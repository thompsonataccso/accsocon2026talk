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74" r:id="rId4"/>
    <p:sldMasterId id="2147483834" r:id="rId5"/>
  </p:sldMasterIdLst>
  <p:notesMasterIdLst>
    <p:notesMasterId r:id="rId30"/>
  </p:notesMasterIdLst>
  <p:handoutMasterIdLst>
    <p:handoutMasterId r:id="rId31"/>
  </p:handoutMasterIdLst>
  <p:sldIdLst>
    <p:sldId id="2126987399" r:id="rId6"/>
    <p:sldId id="2126987404" r:id="rId7"/>
    <p:sldId id="2126987400" r:id="rId8"/>
    <p:sldId id="2126987410" r:id="rId9"/>
    <p:sldId id="2126987409" r:id="rId10"/>
    <p:sldId id="2126987411" r:id="rId11"/>
    <p:sldId id="2126987405" r:id="rId12"/>
    <p:sldId id="2126987412" r:id="rId13"/>
    <p:sldId id="2126987415" r:id="rId14"/>
    <p:sldId id="2126987416" r:id="rId15"/>
    <p:sldId id="2126987413" r:id="rId16"/>
    <p:sldId id="2126987414" r:id="rId17"/>
    <p:sldId id="2126987407" r:id="rId18"/>
    <p:sldId id="2126987417" r:id="rId19"/>
    <p:sldId id="2126987418" r:id="rId20"/>
    <p:sldId id="2126987419" r:id="rId21"/>
    <p:sldId id="2126987420" r:id="rId22"/>
    <p:sldId id="2126987421" r:id="rId23"/>
    <p:sldId id="2126987422" r:id="rId24"/>
    <p:sldId id="2126987423" r:id="rId25"/>
    <p:sldId id="2126987406" r:id="rId26"/>
    <p:sldId id="2126987426" r:id="rId27"/>
    <p:sldId id="2126987424" r:id="rId28"/>
    <p:sldId id="2126987425" r:id="rId29"/>
  </p:sldIdLst>
  <p:sldSz cx="9144000" cy="5143500" type="screen16x9"/>
  <p:notesSz cx="6792913" cy="9925050"/>
  <p:custDataLst>
    <p:tags r:id="rId32"/>
  </p:custDataLst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389626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779252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168878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558503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1948129" algn="l" defTabSz="779252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337755" algn="l" defTabSz="779252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2727381" algn="l" defTabSz="779252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117007" algn="l" defTabSz="779252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687E363-322A-40EB-948E-A373D2A0F651}">
          <p14:sldIdLst>
            <p14:sldId id="2126987399"/>
            <p14:sldId id="2126987404"/>
            <p14:sldId id="2126987400"/>
            <p14:sldId id="2126987410"/>
            <p14:sldId id="2126987409"/>
            <p14:sldId id="2126987411"/>
            <p14:sldId id="2126987405"/>
            <p14:sldId id="2126987412"/>
            <p14:sldId id="2126987415"/>
            <p14:sldId id="2126987416"/>
            <p14:sldId id="2126987413"/>
            <p14:sldId id="2126987414"/>
            <p14:sldId id="2126987407"/>
            <p14:sldId id="2126987417"/>
            <p14:sldId id="2126987418"/>
            <p14:sldId id="2126987419"/>
            <p14:sldId id="2126987420"/>
            <p14:sldId id="2126987421"/>
            <p14:sldId id="2126987422"/>
            <p14:sldId id="2126987423"/>
            <p14:sldId id="2126987406"/>
            <p14:sldId id="2126987426"/>
            <p14:sldId id="2126987424"/>
            <p14:sldId id="212698742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0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945AA29-C0C7-8058-B5C0-1989C7CE5130}" name="Brox, Sigrun" initials="BS" userId="S::sigrun.brox@accso.de::061b5976-ec37-4326-ba6e-da89554d33f0" providerId="AD"/>
  <p188:author id="{075E8D68-A2F4-AF22-BEBB-21C03942976F}" name="Kraus, Florian" initials="KF" userId="S::florian.kraus@accso.de::c4d1760f-aff3-423e-97cb-ae5b4ddf6347" providerId="AD"/>
  <p188:author id="{83B9329F-EF1F-ED66-B4C9-D3570C93634D}" name="Lohmann, Andreas" initials="LA" userId="S::andreas.lohmann@accso.de::c03fa809-bb3e-48e6-aac7-9ae19ceb7b41" providerId="AD"/>
  <p188:author id="{5512D4A9-944F-1509-1A6F-E61D9B29F543}" name="Wayland, Adam" initials="WA" userId="S::adam.wayland@accso.de::2f61fce7-d276-4581-8104-11982dbb7a4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FA87"/>
    <a:srgbClr val="FFFFFF"/>
    <a:srgbClr val="E4E4EF"/>
    <a:srgbClr val="E6E6E6"/>
    <a:srgbClr val="F0C418"/>
    <a:srgbClr val="E64526"/>
    <a:srgbClr val="F0822F"/>
    <a:srgbClr val="955CA2"/>
    <a:srgbClr val="2B95C0"/>
    <a:srgbClr val="4BAC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FF1095-8ECA-4F06-BF2F-C21DC91C2660}" v="1" dt="2026-08-29T01:59:18.2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68588" autoAdjust="0"/>
  </p:normalViewPr>
  <p:slideViewPr>
    <p:cSldViewPr snapToGrid="0">
      <p:cViewPr varScale="1">
        <p:scale>
          <a:sx n="86" d="100"/>
          <a:sy n="86" d="100"/>
        </p:scale>
        <p:origin x="533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26"/>
        <p:guide pos="214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gs" Target="tags/tag1.xml"/><Relationship Id="rId37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pson, Neil" userId="666b3560-10c6-47c6-810b-0f5c9f3d8792" providerId="ADAL" clId="{94674259-4564-4464-940E-0F0A56E6210F}"/>
    <pc:docChg chg="custSel addSld delSld modSld sldOrd modSection">
      <pc:chgData name="Thompson, Neil" userId="666b3560-10c6-47c6-810b-0f5c9f3d8792" providerId="ADAL" clId="{94674259-4564-4464-940E-0F0A56E6210F}" dt="2026-08-29T01:59:29.433" v="76" actId="1076"/>
      <pc:docMkLst>
        <pc:docMk/>
      </pc:docMkLst>
      <pc:sldChg chg="addSp delSp modSp add del mod modClrScheme chgLayout">
        <pc:chgData name="Thompson, Neil" userId="666b3560-10c6-47c6-810b-0f5c9f3d8792" providerId="ADAL" clId="{94674259-4564-4464-940E-0F0A56E6210F}" dt="2026-08-29T01:58:35.805" v="5" actId="47"/>
        <pc:sldMkLst>
          <pc:docMk/>
          <pc:sldMk cId="1803432888" sldId="2126987426"/>
        </pc:sldMkLst>
        <pc:spChg chg="del">
          <ac:chgData name="Thompson, Neil" userId="666b3560-10c6-47c6-810b-0f5c9f3d8792" providerId="ADAL" clId="{94674259-4564-4464-940E-0F0A56E6210F}" dt="2026-08-29T01:58:27.567" v="1" actId="700"/>
          <ac:spMkLst>
            <pc:docMk/>
            <pc:sldMk cId="1803432888" sldId="2126987426"/>
            <ac:spMk id="2" creationId="{CBB5ED58-9DE8-1CC6-5A50-8E5A329DB4BA}"/>
          </ac:spMkLst>
        </pc:spChg>
        <pc:spChg chg="add mod ord">
          <ac:chgData name="Thompson, Neil" userId="666b3560-10c6-47c6-810b-0f5c9f3d8792" providerId="ADAL" clId="{94674259-4564-4464-940E-0F0A56E6210F}" dt="2026-08-29T01:58:27.567" v="1" actId="700"/>
          <ac:spMkLst>
            <pc:docMk/>
            <pc:sldMk cId="1803432888" sldId="2126987426"/>
            <ac:spMk id="3" creationId="{AB936B48-4C8E-979C-BBEA-A9C0ACB0236B}"/>
          </ac:spMkLst>
        </pc:spChg>
        <pc:spChg chg="mod ord">
          <ac:chgData name="Thompson, Neil" userId="666b3560-10c6-47c6-810b-0f5c9f3d8792" providerId="ADAL" clId="{94674259-4564-4464-940E-0F0A56E6210F}" dt="2026-08-29T01:58:27.567" v="1" actId="700"/>
          <ac:spMkLst>
            <pc:docMk/>
            <pc:sldMk cId="1803432888" sldId="2126987426"/>
            <ac:spMk id="11" creationId="{0ED74730-0F63-3BBE-21FF-43A2843B1B3E}"/>
          </ac:spMkLst>
        </pc:spChg>
      </pc:sldChg>
      <pc:sldChg chg="addSp delSp modSp add mod modClrScheme chgLayout">
        <pc:chgData name="Thompson, Neil" userId="666b3560-10c6-47c6-810b-0f5c9f3d8792" providerId="ADAL" clId="{94674259-4564-4464-940E-0F0A56E6210F}" dt="2026-08-29T01:59:29.433" v="76" actId="1076"/>
        <pc:sldMkLst>
          <pc:docMk/>
          <pc:sldMk cId="4232870164" sldId="2126987426"/>
        </pc:sldMkLst>
        <pc:spChg chg="del">
          <ac:chgData name="Thompson, Neil" userId="666b3560-10c6-47c6-810b-0f5c9f3d8792" providerId="ADAL" clId="{94674259-4564-4464-940E-0F0A56E6210F}" dt="2026-08-29T01:59:06.826" v="32" actId="700"/>
          <ac:spMkLst>
            <pc:docMk/>
            <pc:sldMk cId="4232870164" sldId="2126987426"/>
            <ac:spMk id="2" creationId="{95D19D71-440E-210C-F4E4-FA56866F7B9E}"/>
          </ac:spMkLst>
        </pc:spChg>
        <pc:spChg chg="add mod">
          <ac:chgData name="Thompson, Neil" userId="666b3560-10c6-47c6-810b-0f5c9f3d8792" providerId="ADAL" clId="{94674259-4564-4464-940E-0F0A56E6210F}" dt="2026-08-29T01:59:29.433" v="76" actId="1076"/>
          <ac:spMkLst>
            <pc:docMk/>
            <pc:sldMk cId="4232870164" sldId="2126987426"/>
            <ac:spMk id="3" creationId="{9132E92A-E02E-C2EB-7B27-AAF28CFBEC95}"/>
          </ac:spMkLst>
        </pc:spChg>
        <pc:spChg chg="del mod ord">
          <ac:chgData name="Thompson, Neil" userId="666b3560-10c6-47c6-810b-0f5c9f3d8792" providerId="ADAL" clId="{94674259-4564-4464-940E-0F0A56E6210F}" dt="2026-08-29T01:59:09.387" v="33" actId="478"/>
          <ac:spMkLst>
            <pc:docMk/>
            <pc:sldMk cId="4232870164" sldId="2126987426"/>
            <ac:spMk id="11" creationId="{E0882AA4-FCA9-11F5-5363-7631CDDAC1AF}"/>
          </ac:spMkLst>
        </pc:spChg>
      </pc:sldChg>
      <pc:sldChg chg="delSp modSp add del mod ord">
        <pc:chgData name="Thompson, Neil" userId="666b3560-10c6-47c6-810b-0f5c9f3d8792" providerId="ADAL" clId="{94674259-4564-4464-940E-0F0A56E6210F}" dt="2026-08-29T01:58:57.756" v="30" actId="47"/>
        <pc:sldMkLst>
          <pc:docMk/>
          <pc:sldMk cId="1694374997" sldId="2126987427"/>
        </pc:sldMkLst>
        <pc:spChg chg="del mod">
          <ac:chgData name="Thompson, Neil" userId="666b3560-10c6-47c6-810b-0f5c9f3d8792" providerId="ADAL" clId="{94674259-4564-4464-940E-0F0A56E6210F}" dt="2026-08-29T01:58:53.872" v="29" actId="478"/>
          <ac:spMkLst>
            <pc:docMk/>
            <pc:sldMk cId="1694374997" sldId="2126987427"/>
            <ac:spMk id="11" creationId="{28E533DB-EBB3-197B-B44D-C6590A0B72CB}"/>
          </ac:spMkLst>
        </pc:spChg>
        <pc:picChg chg="del">
          <ac:chgData name="Thompson, Neil" userId="666b3560-10c6-47c6-810b-0f5c9f3d8792" providerId="ADAL" clId="{94674259-4564-4464-940E-0F0A56E6210F}" dt="2026-08-29T01:58:38.344" v="6" actId="478"/>
          <ac:picMkLst>
            <pc:docMk/>
            <pc:sldMk cId="1694374997" sldId="2126987427"/>
            <ac:picMk id="4" creationId="{7C21F61B-FDB2-AD40-CA9D-FB20E5C7C10D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3343" cy="497254"/>
          </a:xfrm>
          <a:prstGeom prst="rect">
            <a:avLst/>
          </a:prstGeom>
        </p:spPr>
        <p:txBody>
          <a:bodyPr vert="horz" lIns="88166" tIns="44083" rIns="88166" bIns="44083" rtlCol="0"/>
          <a:lstStyle>
            <a:lvl1pPr algn="l">
              <a:defRPr sz="1200"/>
            </a:lvl1pPr>
          </a:lstStyle>
          <a:p>
            <a:endParaRPr lang="de-DE">
              <a:latin typeface="Clan Pro Buch" charset="0"/>
            </a:endParaRP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7797"/>
            <a:ext cx="2943343" cy="497254"/>
          </a:xfrm>
          <a:prstGeom prst="rect">
            <a:avLst/>
          </a:prstGeom>
        </p:spPr>
        <p:txBody>
          <a:bodyPr vert="horz" lIns="88166" tIns="44083" rIns="88166" bIns="44083" rtlCol="0" anchor="b"/>
          <a:lstStyle>
            <a:lvl1pPr algn="l">
              <a:defRPr sz="1200"/>
            </a:lvl1pPr>
          </a:lstStyle>
          <a:p>
            <a:endParaRPr lang="de-DE">
              <a:latin typeface="Clan Pro Buch" charset="0"/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8053" y="9427797"/>
            <a:ext cx="2943342" cy="497254"/>
          </a:xfrm>
          <a:prstGeom prst="rect">
            <a:avLst/>
          </a:prstGeom>
        </p:spPr>
        <p:txBody>
          <a:bodyPr vert="horz" lIns="88166" tIns="44083" rIns="88166" bIns="44083" rtlCol="0" anchor="b"/>
          <a:lstStyle>
            <a:lvl1pPr algn="r">
              <a:defRPr sz="1200"/>
            </a:lvl1pPr>
          </a:lstStyle>
          <a:p>
            <a:fld id="{FE1A3537-2002-E946-A54E-747577E5FE68}" type="slidenum">
              <a:rPr lang="de-DE" smtClean="0">
                <a:latin typeface="Clan Pro Buch" charset="0"/>
              </a:rPr>
              <a:t>‹#›</a:t>
            </a:fld>
            <a:endParaRPr lang="de-DE">
              <a:latin typeface="Clan Pro Buc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856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4125" cy="496253"/>
          </a:xfrm>
          <a:prstGeom prst="rect">
            <a:avLst/>
          </a:prstGeom>
        </p:spPr>
        <p:txBody>
          <a:bodyPr vert="horz" lIns="91531" tIns="45765" rIns="91531" bIns="4576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47203" y="0"/>
            <a:ext cx="2944125" cy="496253"/>
          </a:xfrm>
          <a:prstGeom prst="rect">
            <a:avLst/>
          </a:prstGeom>
        </p:spPr>
        <p:txBody>
          <a:bodyPr vert="horz" lIns="91531" tIns="45765" rIns="91531" bIns="4576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943D9E7-5A2A-435E-B909-DEEBD8346DD1}" type="datetimeFigureOut">
              <a:rPr lang="de-DE"/>
              <a:pPr>
                <a:defRPr/>
              </a:pPr>
              <a:t>29.08.2026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88900" y="744538"/>
            <a:ext cx="6615113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31" tIns="45765" rIns="91531" bIns="45765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292" y="4714399"/>
            <a:ext cx="5434330" cy="4466273"/>
          </a:xfrm>
          <a:prstGeom prst="rect">
            <a:avLst/>
          </a:prstGeom>
        </p:spPr>
        <p:txBody>
          <a:bodyPr vert="horz" lIns="91531" tIns="45765" rIns="91531" bIns="45765" rtlCol="0">
            <a:normAutofit/>
          </a:bodyPr>
          <a:lstStyle/>
          <a:p>
            <a:pPr lvl="0"/>
            <a:r>
              <a:rPr lang="de-DE" noProof="0"/>
              <a:t>Textmasterformate durch Klicken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9427208"/>
            <a:ext cx="2944125" cy="496253"/>
          </a:xfrm>
          <a:prstGeom prst="rect">
            <a:avLst/>
          </a:prstGeom>
        </p:spPr>
        <p:txBody>
          <a:bodyPr vert="horz" lIns="91531" tIns="45765" rIns="91531" bIns="4576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47203" y="9427208"/>
            <a:ext cx="2944125" cy="496253"/>
          </a:xfrm>
          <a:prstGeom prst="rect">
            <a:avLst/>
          </a:prstGeom>
        </p:spPr>
        <p:txBody>
          <a:bodyPr vert="horz" lIns="91531" tIns="45765" rIns="91531" bIns="4576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6955BDB6-2016-4778-A2E8-F01194D0E3E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7776966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023" kern="1200">
        <a:solidFill>
          <a:schemeClr val="tx1"/>
        </a:solidFill>
        <a:latin typeface="+mn-lt"/>
        <a:ea typeface="+mn-ea"/>
        <a:cs typeface="+mn-cs"/>
      </a:defRPr>
    </a:lvl1pPr>
    <a:lvl2pPr marL="389626" algn="l" rtl="0" eaLnBrk="0" fontAlgn="base" hangingPunct="0">
      <a:spcBef>
        <a:spcPct val="30000"/>
      </a:spcBef>
      <a:spcAft>
        <a:spcPct val="0"/>
      </a:spcAft>
      <a:defRPr sz="1023" kern="1200">
        <a:solidFill>
          <a:schemeClr val="tx1"/>
        </a:solidFill>
        <a:latin typeface="+mn-lt"/>
        <a:ea typeface="+mn-ea"/>
        <a:cs typeface="+mn-cs"/>
      </a:defRPr>
    </a:lvl2pPr>
    <a:lvl3pPr marL="779252" algn="l" rtl="0" eaLnBrk="0" fontAlgn="base" hangingPunct="0">
      <a:spcBef>
        <a:spcPct val="30000"/>
      </a:spcBef>
      <a:spcAft>
        <a:spcPct val="0"/>
      </a:spcAft>
      <a:defRPr sz="1023" kern="1200">
        <a:solidFill>
          <a:schemeClr val="tx1"/>
        </a:solidFill>
        <a:latin typeface="+mn-lt"/>
        <a:ea typeface="+mn-ea"/>
        <a:cs typeface="+mn-cs"/>
      </a:defRPr>
    </a:lvl3pPr>
    <a:lvl4pPr marL="1168878" algn="l" rtl="0" eaLnBrk="0" fontAlgn="base" hangingPunct="0">
      <a:spcBef>
        <a:spcPct val="30000"/>
      </a:spcBef>
      <a:spcAft>
        <a:spcPct val="0"/>
      </a:spcAft>
      <a:defRPr sz="1023" kern="1200">
        <a:solidFill>
          <a:schemeClr val="tx1"/>
        </a:solidFill>
        <a:latin typeface="+mn-lt"/>
        <a:ea typeface="+mn-ea"/>
        <a:cs typeface="+mn-cs"/>
      </a:defRPr>
    </a:lvl4pPr>
    <a:lvl5pPr marL="1558503" algn="l" rtl="0" eaLnBrk="0" fontAlgn="base" hangingPunct="0">
      <a:spcBef>
        <a:spcPct val="30000"/>
      </a:spcBef>
      <a:spcAft>
        <a:spcPct val="0"/>
      </a:spcAft>
      <a:defRPr sz="1023" kern="1200">
        <a:solidFill>
          <a:schemeClr val="tx1"/>
        </a:solidFill>
        <a:latin typeface="+mn-lt"/>
        <a:ea typeface="+mn-ea"/>
        <a:cs typeface="+mn-cs"/>
      </a:defRPr>
    </a:lvl5pPr>
    <a:lvl6pPr marL="1948129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6pPr>
    <a:lvl7pPr marL="2337755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7pPr>
    <a:lvl8pPr marL="2727381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8pPr>
    <a:lvl9pPr marL="3117007" algn="l" defTabSz="779252" rtl="0" eaLnBrk="1" latinLnBrk="0" hangingPunct="1">
      <a:defRPr sz="102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B15B86-AAC2-4FA5-91A5-DC2D068AE7B5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90173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28780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 this warm and collegial. You are talking to colleagues, not critics. </a:t>
            </a:r>
          </a:p>
          <a:p>
            <a:endParaRPr lang="en-ZA" sz="1023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 colleagues think carefully about technology choices and that is something to respect, not argue with. 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sovereignty conversation is real and important.’</a:t>
            </a:r>
          </a:p>
          <a:p>
            <a:endParaRPr lang="en-ZA" sz="1023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 South Africa sits in a different context. 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 we think that context is worth sharing because we are one company, and what is thriving in Cape Town is relevant to everyone here.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24224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 did not just sell licences to South Africa. 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invested in infrastructure, training, and communities. 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investment compounds over 30 years.’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2019 data centre announcement mattered enormously.</a:t>
            </a:r>
          </a:p>
          <a:p>
            <a:endParaRPr lang="en-ZA" sz="1023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meant SA enterprises could keep data on African soil,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which matters for banking and healthcare compliance.’ </a:t>
            </a:r>
          </a:p>
          <a:p>
            <a:endParaRPr lang="en-ZA" sz="1023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C# in the top 5 globally, year after year. 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not a language kept alive by legacy systems.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is actively chosen by developers building new things.'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925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D5AF5-BE76-34D2-87D5-4CCC3CAB4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878715-025B-3EFA-D2BB-2716268608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4EA55A-B5C0-1EEE-EBA9-CC1FC7605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632AAE-D9E9-C54C-1332-D400085111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580045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460038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0DBEB-257C-A986-C9F8-47EDCD3E8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F70E73-E54D-3CB4-CA74-87541AEAA0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76BF6-8552-5242-1490-8E076C1CD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7F3261-8663-BC70-C422-552DE576C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2817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B8B53-5C12-2BA2-3195-B4323D03F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836BFC-824A-D7DC-CB0A-76653100D2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3303A0-E3CB-6E02-79B3-A35601086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14C10B-35A1-938D-CECF-1918A5BA0B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695619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E4D60-E9C7-8700-4050-F38D53C4C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F6FAF0-9F9F-89B9-13DD-4DA36A0E3B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6607FD-6F45-8B32-842C-1A99019556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4C97E8-C1AA-13F4-E2A4-E53F47638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10348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6EFFE-C22E-57A0-92C3-0B6B05F8D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CEDAF-D664-A925-6882-F6E1C0D9FD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FF0D37-421E-B4F5-30DC-EFB2919B78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AA0AA-E34E-4E21-BFFB-9D56A35BD4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064655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569C6-97C6-5CFF-BFCA-7BE278396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E50AE6-D2DE-9F6D-B011-1FF64622E4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B7AC6D-CA15-D194-AF81-37D39EF841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8738A-E9CA-3B94-E9C4-B2C793BFE9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6077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E3BF3-700D-4A64-1AAD-E97D104E1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22DBA-D828-500F-050C-53A636951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8078F0-B658-B404-32E9-5E57AEE23A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2C36C-34A5-66C6-CC02-B8C8BB8978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7810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31A47B-BB8A-B4FE-514A-27CC8324C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DDEC0-D73D-5AF9-890D-EFDCC17EC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BC93CC-A888-9510-AD01-C78916409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D60561-37EF-F8C3-255B-A825C04B7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16765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CA75B-B8B6-75C6-84AE-429540DC7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D3DB7E-A284-6A42-D0FC-3568A394DB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A9D3E2-DBAE-6ADF-64BD-DEED53DEFF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 of the box:</a:t>
            </a:r>
          </a:p>
          <a:p>
            <a:endParaRPr lang="en-ZA" sz="1023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logging middleware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</a:t>
            </a:r>
            <a:r>
              <a:rPr lang="en-ZA" sz="1023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OpenTelemetry</a:t>
            </a:r>
            <a:endParaRPr lang="en-ZA" sz="1023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retry and rate limiting via Polly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 semantic caching</a:t>
            </a:r>
          </a:p>
          <a:p>
            <a:endParaRPr lang="en-ZA" sz="1023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same patterns .NET developers already know, now applied to AI calls.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is the power of the abstraction.</a:t>
            </a:r>
            <a:endParaRPr lang="en-ZA" dirty="0"/>
          </a:p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0B53AF-20CE-B962-B76B-413C4CDAE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65151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8C400-C7D8-B985-13A2-A8BB62F127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055E3D-A984-6D8A-19B5-60D53BCB99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FB7835-8373-67A3-67BF-007EAAB593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'What just happened there?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AI decided on its own that it needed to call your </a:t>
            </a:r>
            <a:r>
              <a:rPr lang="en-ZA" sz="1023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InvoicePlugin</a:t>
            </a:r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endParaRPr lang="en-ZA" sz="1023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reasoned about the tools available and used the right one.</a:t>
            </a:r>
          </a:p>
          <a:p>
            <a:endParaRPr lang="en-ZA" sz="1023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can wrap any existing C# method as a tool the AI can call. 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 is it. Your existing business logic becomes AI-callable with one line.'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A06E6-0BC1-435A-2C37-45B549B608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14922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A99A6-03FE-E4AF-33CA-4349E6698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49588C-DE74-670D-C86F-25391C0677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FE1E2D-49AD-B94C-A5CC-A9D0E1870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 — Retrieval Augmented Generation. 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technique behind most enterprise AI tools that actually work in production</a:t>
            </a:r>
          </a:p>
          <a:p>
            <a:endParaRPr lang="en-ZA" sz="1023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.NET developers can build this without learning a new language or a new paradigm. 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fits into the patterns they already know.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3B3767-09DC-42AD-6B0C-4CFEA6BB80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16626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3BE791-C68D-3965-51A7-91E4134D4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5AD926-83DB-352F-0247-9FE742DCE0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9E9101-0819-8A6D-9743-73B1FD3F82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RAG — Retrieval Augmented Generation. 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technique behind most enterprise AI tools that actually work in production</a:t>
            </a:r>
          </a:p>
          <a:p>
            <a:endParaRPr lang="en-ZA" sz="1023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.NET developers can build this without learning a new language or a new paradigm. 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 fits into the patterns they already know.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2566A9-031A-B66E-4A29-F0128E66E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336288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5BA5C7-BA96-13B7-94EB-ED0C417AC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7A939-79CE-DEB3-96DC-1FBCDDCD86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A1AE7-AA8B-898F-5DF1-31219FB88A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br>
              <a:rPr lang="en-ZA" dirty="0"/>
            </a:br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Blazor for the UI, </a:t>
            </a:r>
            <a:r>
              <a:rPr lang="en-ZA" sz="1023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SignalR</a:t>
            </a:r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for the real-time WebSocket, 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Microsoft.Extensions.AI for the LLM call. 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Genuinely powerful and underappreciated. </a:t>
            </a:r>
          </a:p>
          <a:p>
            <a:endParaRPr lang="en-ZA" sz="1023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people have not tried this combination yet. </a:t>
            </a:r>
          </a:p>
          <a:p>
            <a:r>
              <a:rPr lang="en-ZA" sz="1023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ones who have tend not to go back.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1ACEC-32FD-52A0-EBBD-8F06CE373F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90601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22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69996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23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99130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955BDB6-2016-4778-A2E8-F01194D0E3E9}" type="slidenum">
              <a:rPr lang="de-DE" smtClean="0"/>
              <a:pPr>
                <a:defRPr/>
              </a:pPr>
              <a:t>24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00044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3.svg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0.emf"/><Relationship Id="rId7" Type="http://schemas.openxmlformats.org/officeDocument/2006/relationships/image" Target="../media/image17.sv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svg"/><Relationship Id="rId11" Type="http://schemas.openxmlformats.org/officeDocument/2006/relationships/image" Target="../media/image20.svg"/><Relationship Id="rId5" Type="http://schemas.openxmlformats.org/officeDocument/2006/relationships/image" Target="../media/image15.svg"/><Relationship Id="rId10" Type="http://schemas.microsoft.com/office/2007/relationships/hdphoto" Target="../media/hdphoto1.wdp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7.svg"/><Relationship Id="rId11" Type="http://schemas.openxmlformats.org/officeDocument/2006/relationships/image" Target="../media/image9.svg"/><Relationship Id="rId5" Type="http://schemas.openxmlformats.org/officeDocument/2006/relationships/image" Target="../media/image16.svg"/><Relationship Id="rId10" Type="http://schemas.openxmlformats.org/officeDocument/2006/relationships/image" Target="../media/image20.svg"/><Relationship Id="rId4" Type="http://schemas.openxmlformats.org/officeDocument/2006/relationships/image" Target="../media/image15.svg"/><Relationship Id="rId9" Type="http://schemas.microsoft.com/office/2007/relationships/hdphoto" Target="../media/hdphoto1.wdp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0.emf"/><Relationship Id="rId7" Type="http://schemas.openxmlformats.org/officeDocument/2006/relationships/image" Target="../media/image17.sv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6.svg"/><Relationship Id="rId11" Type="http://schemas.openxmlformats.org/officeDocument/2006/relationships/image" Target="../media/image20.svg"/><Relationship Id="rId5" Type="http://schemas.openxmlformats.org/officeDocument/2006/relationships/image" Target="../media/image15.svg"/><Relationship Id="rId10" Type="http://schemas.microsoft.com/office/2007/relationships/hdphoto" Target="../media/hdphoto1.wdp"/><Relationship Id="rId4" Type="http://schemas.openxmlformats.org/officeDocument/2006/relationships/image" Target="../media/image14.svg"/><Relationship Id="rId9" Type="http://schemas.openxmlformats.org/officeDocument/2006/relationships/image" Target="../media/image19.png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Allgem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9185727A-75EC-3ABE-8B1D-78732DC4DD2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75569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9185727A-75EC-3ABE-8B1D-78732DC4DD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Grafik 6">
            <a:extLst>
              <a:ext uri="{FF2B5EF4-FFF2-40B4-BE49-F238E27FC236}">
                <a16:creationId xmlns:a16="http://schemas.microsoft.com/office/drawing/2014/main" id="{FABA575B-3F28-9C3A-D958-CF60C87991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3564" y="-106241"/>
            <a:ext cx="9256760" cy="5249740"/>
          </a:xfrm>
          <a:prstGeom prst="rect">
            <a:avLst/>
          </a:prstGeom>
        </p:spPr>
      </p:pic>
      <p:sp>
        <p:nvSpPr>
          <p:cNvPr id="2" name="Textfeld 1"/>
          <p:cNvSpPr txBox="1"/>
          <p:nvPr userDrawn="1"/>
        </p:nvSpPr>
        <p:spPr>
          <a:xfrm>
            <a:off x="-27362" y="5016087"/>
            <a:ext cx="285656" cy="173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25">
                <a:solidFill>
                  <a:schemeClr val="bg1"/>
                </a:solidFill>
                <a:latin typeface="+mn-lt"/>
              </a:rPr>
              <a:t>v.3</a:t>
            </a:r>
          </a:p>
        </p:txBody>
      </p:sp>
      <p:sp>
        <p:nvSpPr>
          <p:cNvPr id="36" name="Rechteck 35"/>
          <p:cNvSpPr/>
          <p:nvPr userDrawn="1"/>
        </p:nvSpPr>
        <p:spPr>
          <a:xfrm>
            <a:off x="-33564" y="-106242"/>
            <a:ext cx="5823455" cy="5249741"/>
          </a:xfrm>
          <a:prstGeom prst="rect">
            <a:avLst/>
          </a:prstGeom>
          <a:gradFill flip="none" rotWithShape="1">
            <a:gsLst>
              <a:gs pos="0">
                <a:srgbClr val="1B1B2D"/>
              </a:gs>
              <a:gs pos="31000">
                <a:srgbClr val="1B1B2D"/>
              </a:gs>
              <a:gs pos="61000">
                <a:srgbClr val="1B1B2D">
                  <a:alpha val="80000"/>
                </a:srgbClr>
              </a:gs>
              <a:gs pos="100000">
                <a:srgbClr val="1B1B2D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37" name="Gerader Verbinder 16"/>
          <p:cNvCxnSpPr/>
          <p:nvPr userDrawn="1"/>
        </p:nvCxnSpPr>
        <p:spPr>
          <a:xfrm flipH="1">
            <a:off x="8173198" y="20538"/>
            <a:ext cx="1" cy="51435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hteck 37"/>
          <p:cNvSpPr/>
          <p:nvPr userDrawn="1"/>
        </p:nvSpPr>
        <p:spPr>
          <a:xfrm>
            <a:off x="-24189" y="4207102"/>
            <a:ext cx="9172712" cy="1674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sp>
        <p:nvSpPr>
          <p:cNvPr id="47" name="Foliennummernplatzhalter 3"/>
          <p:cNvSpPr txBox="1">
            <a:spLocks/>
          </p:cNvSpPr>
          <p:nvPr userDrawn="1"/>
        </p:nvSpPr>
        <p:spPr>
          <a:xfrm>
            <a:off x="8613775" y="4729162"/>
            <a:ext cx="457200" cy="357188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de-DE" b="0" i="0">
              <a:latin typeface="Clan Pro Buch" charset="0"/>
            </a:endParaRPr>
          </a:p>
        </p:txBody>
      </p:sp>
      <p:sp>
        <p:nvSpPr>
          <p:cNvPr id="48" name="Rechteck 47"/>
          <p:cNvSpPr/>
          <p:nvPr userDrawn="1"/>
        </p:nvSpPr>
        <p:spPr>
          <a:xfrm>
            <a:off x="6230468" y="3808203"/>
            <a:ext cx="326628" cy="29948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419100">
              <a:schemeClr val="bg1">
                <a:alpha val="31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49" name="Bild 48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8186" y="3758005"/>
            <a:ext cx="1805452" cy="575443"/>
          </a:xfrm>
          <a:prstGeom prst="rect">
            <a:avLst/>
          </a:prstGeom>
        </p:spPr>
      </p:pic>
      <p:sp>
        <p:nvSpPr>
          <p:cNvPr id="4" name="Inhaltsplatzhalter 3"/>
          <p:cNvSpPr>
            <a:spLocks noGrp="1"/>
          </p:cNvSpPr>
          <p:nvPr>
            <p:ph sz="quarter" idx="10" hasCustomPrompt="1"/>
          </p:nvPr>
        </p:nvSpPr>
        <p:spPr>
          <a:xfrm>
            <a:off x="982677" y="1322417"/>
            <a:ext cx="5029185" cy="193414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4500" b="1" i="0">
                <a:solidFill>
                  <a:schemeClr val="bg1"/>
                </a:solidFill>
                <a:latin typeface="+mj-lt"/>
                <a:ea typeface="ClanPro-BoldItalic" charset="0"/>
                <a:cs typeface="ClanPro-BoldItalic" charset="0"/>
              </a:defRPr>
            </a:lvl1pPr>
          </a:lstStyle>
          <a:p>
            <a:pPr lvl="0"/>
            <a:r>
              <a:rPr lang="de-DE"/>
              <a:t>PRÄSENTATIONSVORLAGE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11" hasCustomPrompt="1"/>
          </p:nvPr>
        </p:nvSpPr>
        <p:spPr>
          <a:xfrm>
            <a:off x="997135" y="4219283"/>
            <a:ext cx="5400675" cy="1825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 sz="900" baseline="0"/>
            </a:lvl1pPr>
            <a:lvl2pPr marL="297000" indent="0">
              <a:buFontTx/>
              <a:buNone/>
              <a:defRPr/>
            </a:lvl2pPr>
            <a:lvl3pPr marL="530550" indent="0">
              <a:buFontTx/>
              <a:buNone/>
              <a:defRPr/>
            </a:lvl3pPr>
            <a:lvl4pPr marL="692943" indent="0">
              <a:buFontTx/>
              <a:buNone/>
              <a:defRPr/>
            </a:lvl4pPr>
            <a:lvl5pPr marL="835819" indent="0">
              <a:buFontTx/>
              <a:buNone/>
              <a:defRPr/>
            </a:lvl5pPr>
          </a:lstStyle>
          <a:p>
            <a:pPr lvl="0"/>
            <a:r>
              <a:rPr lang="de-DE"/>
              <a:t>AUTOR – VERANSTALTUNG – DD.MM.YYYY</a:t>
            </a:r>
          </a:p>
        </p:txBody>
      </p:sp>
      <p:sp>
        <p:nvSpPr>
          <p:cNvPr id="15" name="Titel 4"/>
          <p:cNvSpPr>
            <a:spLocks noGrp="1"/>
          </p:cNvSpPr>
          <p:nvPr>
            <p:ph type="title" hasCustomPrompt="1"/>
          </p:nvPr>
        </p:nvSpPr>
        <p:spPr>
          <a:xfrm>
            <a:off x="972000" y="3468010"/>
            <a:ext cx="4800879" cy="615740"/>
          </a:xfrm>
          <a:prstGeom prst="rect">
            <a:avLst/>
          </a:prstGeom>
        </p:spPr>
        <p:txBody>
          <a:bodyPr vert="horz" lIns="0" tIns="0" rIns="0" bIns="0"/>
          <a:lstStyle>
            <a:lvl1pPr>
              <a:defRPr sz="2000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de-DE"/>
              <a:t>UNTERTITEL - SUBHEADLINE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386E2804-2890-1045-B989-4AC21852C4A2}"/>
              </a:ext>
            </a:extLst>
          </p:cNvPr>
          <p:cNvSpPr txBox="1"/>
          <p:nvPr userDrawn="1"/>
        </p:nvSpPr>
        <p:spPr>
          <a:xfrm>
            <a:off x="-20966" y="4934365"/>
            <a:ext cx="317716" cy="1731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525">
                <a:solidFill>
                  <a:schemeClr val="bg1"/>
                </a:solidFill>
                <a:latin typeface="+mn-lt"/>
              </a:rPr>
              <a:t>v.4.6</a:t>
            </a:r>
          </a:p>
        </p:txBody>
      </p:sp>
    </p:spTree>
    <p:extLst>
      <p:ext uri="{BB962C8B-B14F-4D97-AF65-F5344CB8AC3E}">
        <p14:creationId xmlns:p14="http://schemas.microsoft.com/office/powerpoint/2010/main" val="1988989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607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ISTUNG-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hteck 18">
            <a:extLst>
              <a:ext uri="{FF2B5EF4-FFF2-40B4-BE49-F238E27FC236}">
                <a16:creationId xmlns:a16="http://schemas.microsoft.com/office/drawing/2014/main" id="{F6F004C8-5670-2D4B-A8B1-6C405CE8E0E2}"/>
              </a:ext>
            </a:extLst>
          </p:cNvPr>
          <p:cNvSpPr/>
          <p:nvPr userDrawn="1"/>
        </p:nvSpPr>
        <p:spPr>
          <a:xfrm>
            <a:off x="-900670" y="-290619"/>
            <a:ext cx="6552728" cy="5724738"/>
          </a:xfrm>
          <a:custGeom>
            <a:avLst/>
            <a:gdLst>
              <a:gd name="connsiteX0" fmla="*/ 0 w 6552728"/>
              <a:gd name="connsiteY0" fmla="*/ 0 h 5714578"/>
              <a:gd name="connsiteX1" fmla="*/ 6552728 w 6552728"/>
              <a:gd name="connsiteY1" fmla="*/ 0 h 5714578"/>
              <a:gd name="connsiteX2" fmla="*/ 6552728 w 6552728"/>
              <a:gd name="connsiteY2" fmla="*/ 5714578 h 5714578"/>
              <a:gd name="connsiteX3" fmla="*/ 0 w 6552728"/>
              <a:gd name="connsiteY3" fmla="*/ 5714578 h 5714578"/>
              <a:gd name="connsiteX4" fmla="*/ 0 w 6552728"/>
              <a:gd name="connsiteY4" fmla="*/ 0 h 5714578"/>
              <a:gd name="connsiteX0" fmla="*/ 0 w 6552728"/>
              <a:gd name="connsiteY0" fmla="*/ 0 h 5714578"/>
              <a:gd name="connsiteX1" fmla="*/ 6552728 w 6552728"/>
              <a:gd name="connsiteY1" fmla="*/ 0 h 5714578"/>
              <a:gd name="connsiteX2" fmla="*/ 3626648 w 6552728"/>
              <a:gd name="connsiteY2" fmla="*/ 5501218 h 5714578"/>
              <a:gd name="connsiteX3" fmla="*/ 0 w 6552728"/>
              <a:gd name="connsiteY3" fmla="*/ 5714578 h 5714578"/>
              <a:gd name="connsiteX4" fmla="*/ 0 w 6552728"/>
              <a:gd name="connsiteY4" fmla="*/ 0 h 5714578"/>
              <a:gd name="connsiteX0" fmla="*/ 0 w 6552728"/>
              <a:gd name="connsiteY0" fmla="*/ 0 h 5724738"/>
              <a:gd name="connsiteX1" fmla="*/ 6552728 w 6552728"/>
              <a:gd name="connsiteY1" fmla="*/ 0 h 5724738"/>
              <a:gd name="connsiteX2" fmla="*/ 4713768 w 6552728"/>
              <a:gd name="connsiteY2" fmla="*/ 5724738 h 5724738"/>
              <a:gd name="connsiteX3" fmla="*/ 0 w 6552728"/>
              <a:gd name="connsiteY3" fmla="*/ 5714578 h 5724738"/>
              <a:gd name="connsiteX4" fmla="*/ 0 w 6552728"/>
              <a:gd name="connsiteY4" fmla="*/ 0 h 5724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2728" h="5724738">
                <a:moveTo>
                  <a:pt x="0" y="0"/>
                </a:moveTo>
                <a:lnTo>
                  <a:pt x="6552728" y="0"/>
                </a:lnTo>
                <a:lnTo>
                  <a:pt x="4713768" y="5724738"/>
                </a:lnTo>
                <a:lnTo>
                  <a:pt x="0" y="5714578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011C56A7-8685-CB44-B189-7D31F407412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34402" y="-140263"/>
            <a:ext cx="5734759" cy="5661660"/>
          </a:xfrm>
          <a:custGeom>
            <a:avLst/>
            <a:gdLst>
              <a:gd name="connsiteX0" fmla="*/ 0 w 8569399"/>
              <a:gd name="connsiteY0" fmla="*/ 0 h 5499100"/>
              <a:gd name="connsiteX1" fmla="*/ 8569399 w 8569399"/>
              <a:gd name="connsiteY1" fmla="*/ 0 h 5499100"/>
              <a:gd name="connsiteX2" fmla="*/ 8569399 w 8569399"/>
              <a:gd name="connsiteY2" fmla="*/ 5499100 h 5499100"/>
              <a:gd name="connsiteX3" fmla="*/ 0 w 8569399"/>
              <a:gd name="connsiteY3" fmla="*/ 5499100 h 5499100"/>
              <a:gd name="connsiteX4" fmla="*/ 0 w 8569399"/>
              <a:gd name="connsiteY4" fmla="*/ 0 h 5499100"/>
              <a:gd name="connsiteX0" fmla="*/ 0 w 8569399"/>
              <a:gd name="connsiteY0" fmla="*/ 0 h 5549900"/>
              <a:gd name="connsiteX1" fmla="*/ 8569399 w 8569399"/>
              <a:gd name="connsiteY1" fmla="*/ 0 h 5549900"/>
              <a:gd name="connsiteX2" fmla="*/ 8569399 w 8569399"/>
              <a:gd name="connsiteY2" fmla="*/ 5499100 h 5549900"/>
              <a:gd name="connsiteX3" fmla="*/ 2976880 w 8569399"/>
              <a:gd name="connsiteY3" fmla="*/ 5549900 h 5549900"/>
              <a:gd name="connsiteX4" fmla="*/ 0 w 8569399"/>
              <a:gd name="connsiteY4" fmla="*/ 0 h 5549900"/>
              <a:gd name="connsiteX0" fmla="*/ 1808480 w 5592519"/>
              <a:gd name="connsiteY0" fmla="*/ 0 h 5600700"/>
              <a:gd name="connsiteX1" fmla="*/ 5592519 w 5592519"/>
              <a:gd name="connsiteY1" fmla="*/ 50800 h 5600700"/>
              <a:gd name="connsiteX2" fmla="*/ 5592519 w 5592519"/>
              <a:gd name="connsiteY2" fmla="*/ 5549900 h 5600700"/>
              <a:gd name="connsiteX3" fmla="*/ 0 w 5592519"/>
              <a:gd name="connsiteY3" fmla="*/ 5600700 h 5600700"/>
              <a:gd name="connsiteX4" fmla="*/ 1808480 w 5592519"/>
              <a:gd name="connsiteY4" fmla="*/ 0 h 5600700"/>
              <a:gd name="connsiteX0" fmla="*/ 1808480 w 5633159"/>
              <a:gd name="connsiteY0" fmla="*/ 10160 h 5610860"/>
              <a:gd name="connsiteX1" fmla="*/ 5633159 w 5633159"/>
              <a:gd name="connsiteY1" fmla="*/ 0 h 5610860"/>
              <a:gd name="connsiteX2" fmla="*/ 5592519 w 5633159"/>
              <a:gd name="connsiteY2" fmla="*/ 5560060 h 5610860"/>
              <a:gd name="connsiteX3" fmla="*/ 0 w 5633159"/>
              <a:gd name="connsiteY3" fmla="*/ 5610860 h 5610860"/>
              <a:gd name="connsiteX4" fmla="*/ 1808480 w 5633159"/>
              <a:gd name="connsiteY4" fmla="*/ 10160 h 5610860"/>
              <a:gd name="connsiteX0" fmla="*/ 1808480 w 6649159"/>
              <a:gd name="connsiteY0" fmla="*/ 10160 h 8415020"/>
              <a:gd name="connsiteX1" fmla="*/ 5633159 w 6649159"/>
              <a:gd name="connsiteY1" fmla="*/ 0 h 8415020"/>
              <a:gd name="connsiteX2" fmla="*/ 6649159 w 6649159"/>
              <a:gd name="connsiteY2" fmla="*/ 8415020 h 8415020"/>
              <a:gd name="connsiteX3" fmla="*/ 0 w 6649159"/>
              <a:gd name="connsiteY3" fmla="*/ 5610860 h 8415020"/>
              <a:gd name="connsiteX4" fmla="*/ 1808480 w 6649159"/>
              <a:gd name="connsiteY4" fmla="*/ 10160 h 8415020"/>
              <a:gd name="connsiteX0" fmla="*/ 1808480 w 5734759"/>
              <a:gd name="connsiteY0" fmla="*/ 10160 h 5661660"/>
              <a:gd name="connsiteX1" fmla="*/ 5633159 w 5734759"/>
              <a:gd name="connsiteY1" fmla="*/ 0 h 5661660"/>
              <a:gd name="connsiteX2" fmla="*/ 5734759 w 5734759"/>
              <a:gd name="connsiteY2" fmla="*/ 5661660 h 5661660"/>
              <a:gd name="connsiteX3" fmla="*/ 0 w 5734759"/>
              <a:gd name="connsiteY3" fmla="*/ 5610860 h 5661660"/>
              <a:gd name="connsiteX4" fmla="*/ 1808480 w 5734759"/>
              <a:gd name="connsiteY4" fmla="*/ 10160 h 56616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34759" h="5661660">
                <a:moveTo>
                  <a:pt x="1808480" y="10160"/>
                </a:moveTo>
                <a:lnTo>
                  <a:pt x="5633159" y="0"/>
                </a:lnTo>
                <a:lnTo>
                  <a:pt x="5734759" y="5661660"/>
                </a:lnTo>
                <a:lnTo>
                  <a:pt x="0" y="5610860"/>
                </a:lnTo>
                <a:lnTo>
                  <a:pt x="1808480" y="10160"/>
                </a:lnTo>
                <a:close/>
              </a:path>
            </a:pathLst>
          </a:custGeo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ABCC1CF8-A20B-E14F-AEC9-94C805EA791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79388" y="1779958"/>
            <a:ext cx="4392612" cy="2615963"/>
          </a:xfrm>
          <a:prstGeom prst="rect">
            <a:avLst/>
          </a:prstGeom>
        </p:spPr>
        <p:txBody>
          <a:bodyPr/>
          <a:lstStyle>
            <a:lvl1pPr marL="270272" indent="-270272">
              <a:buFontTx/>
              <a:buBlip>
                <a:blip r:embed="rId2"/>
              </a:buBlip>
              <a:defRPr sz="1400">
                <a:latin typeface="+mn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6" name="Inhaltsplatzhalter 15">
            <a:extLst>
              <a:ext uri="{FF2B5EF4-FFF2-40B4-BE49-F238E27FC236}">
                <a16:creationId xmlns:a16="http://schemas.microsoft.com/office/drawing/2014/main" id="{C486670A-1A20-C845-B9BB-E40DD7F16BB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79388" y="1085850"/>
            <a:ext cx="4392612" cy="65087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Bildplatzhalter 11">
            <a:extLst>
              <a:ext uri="{FF2B5EF4-FFF2-40B4-BE49-F238E27FC236}">
                <a16:creationId xmlns:a16="http://schemas.microsoft.com/office/drawing/2014/main" id="{2A1AB23D-B3B0-A041-A035-C5A35CBBABE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015636" y="195486"/>
            <a:ext cx="720117" cy="7205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4" name="Bildplatzhalter 11">
            <a:extLst>
              <a:ext uri="{FF2B5EF4-FFF2-40B4-BE49-F238E27FC236}">
                <a16:creationId xmlns:a16="http://schemas.microsoft.com/office/drawing/2014/main" id="{CC048F19-915B-9047-BEC8-F003BD201E8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761133" y="4483199"/>
            <a:ext cx="622841" cy="367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5" name="Bildplatzhalter 11">
            <a:extLst>
              <a:ext uri="{FF2B5EF4-FFF2-40B4-BE49-F238E27FC236}">
                <a16:creationId xmlns:a16="http://schemas.microsoft.com/office/drawing/2014/main" id="{0F98657C-CA1A-3846-AC12-30D644B22AA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433824" y="4483199"/>
            <a:ext cx="622841" cy="367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17" name="Bildplatzhalter 11">
            <a:extLst>
              <a:ext uri="{FF2B5EF4-FFF2-40B4-BE49-F238E27FC236}">
                <a16:creationId xmlns:a16="http://schemas.microsoft.com/office/drawing/2014/main" id="{4FA1004A-3000-0749-9526-D9B9989FBDCC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106515" y="4483199"/>
            <a:ext cx="622841" cy="367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0" name="Bildplatzhalter 11">
            <a:extLst>
              <a:ext uri="{FF2B5EF4-FFF2-40B4-BE49-F238E27FC236}">
                <a16:creationId xmlns:a16="http://schemas.microsoft.com/office/drawing/2014/main" id="{237F6CE2-4208-9642-A76C-8C07990C1B86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15751" y="4483199"/>
            <a:ext cx="622841" cy="367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21" name="Bildplatzhalter 11">
            <a:extLst>
              <a:ext uri="{FF2B5EF4-FFF2-40B4-BE49-F238E27FC236}">
                <a16:creationId xmlns:a16="http://schemas.microsoft.com/office/drawing/2014/main" id="{466C0371-12BB-C14D-BB2E-1DBAC59AE42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088442" y="4483199"/>
            <a:ext cx="622841" cy="367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470826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ISTUNG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DEE065EB-D3B2-9448-8048-B49E1C1E73C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201480" y="-402956"/>
            <a:ext cx="5065793" cy="5846063"/>
          </a:xfrm>
          <a:custGeom>
            <a:avLst/>
            <a:gdLst>
              <a:gd name="connsiteX0" fmla="*/ 0 w 5003800"/>
              <a:gd name="connsiteY0" fmla="*/ 0 h 5164138"/>
              <a:gd name="connsiteX1" fmla="*/ 5003800 w 5003800"/>
              <a:gd name="connsiteY1" fmla="*/ 0 h 5164138"/>
              <a:gd name="connsiteX2" fmla="*/ 5003800 w 5003800"/>
              <a:gd name="connsiteY2" fmla="*/ 5164138 h 5164138"/>
              <a:gd name="connsiteX3" fmla="*/ 0 w 5003800"/>
              <a:gd name="connsiteY3" fmla="*/ 5164138 h 5164138"/>
              <a:gd name="connsiteX4" fmla="*/ 0 w 5003800"/>
              <a:gd name="connsiteY4" fmla="*/ 0 h 5164138"/>
              <a:gd name="connsiteX0" fmla="*/ 0 w 5003800"/>
              <a:gd name="connsiteY0" fmla="*/ 0 h 5443107"/>
              <a:gd name="connsiteX1" fmla="*/ 5003800 w 5003800"/>
              <a:gd name="connsiteY1" fmla="*/ 0 h 5443107"/>
              <a:gd name="connsiteX2" fmla="*/ 2973522 w 5003800"/>
              <a:gd name="connsiteY2" fmla="*/ 5443107 h 5443107"/>
              <a:gd name="connsiteX3" fmla="*/ 0 w 5003800"/>
              <a:gd name="connsiteY3" fmla="*/ 5164138 h 5443107"/>
              <a:gd name="connsiteX4" fmla="*/ 0 w 5003800"/>
              <a:gd name="connsiteY4" fmla="*/ 0 h 5443107"/>
              <a:gd name="connsiteX0" fmla="*/ 0 w 4864315"/>
              <a:gd name="connsiteY0" fmla="*/ 402956 h 5846063"/>
              <a:gd name="connsiteX1" fmla="*/ 4864315 w 4864315"/>
              <a:gd name="connsiteY1" fmla="*/ 0 h 5846063"/>
              <a:gd name="connsiteX2" fmla="*/ 2973522 w 4864315"/>
              <a:gd name="connsiteY2" fmla="*/ 5846063 h 5846063"/>
              <a:gd name="connsiteX3" fmla="*/ 0 w 4864315"/>
              <a:gd name="connsiteY3" fmla="*/ 5567094 h 5846063"/>
              <a:gd name="connsiteX4" fmla="*/ 0 w 4864315"/>
              <a:gd name="connsiteY4" fmla="*/ 402956 h 5846063"/>
              <a:gd name="connsiteX0" fmla="*/ 7749 w 4864315"/>
              <a:gd name="connsiteY0" fmla="*/ 38746 h 5846063"/>
              <a:gd name="connsiteX1" fmla="*/ 4864315 w 4864315"/>
              <a:gd name="connsiteY1" fmla="*/ 0 h 5846063"/>
              <a:gd name="connsiteX2" fmla="*/ 2973522 w 4864315"/>
              <a:gd name="connsiteY2" fmla="*/ 5846063 h 5846063"/>
              <a:gd name="connsiteX3" fmla="*/ 0 w 4864315"/>
              <a:gd name="connsiteY3" fmla="*/ 5567094 h 5846063"/>
              <a:gd name="connsiteX4" fmla="*/ 7749 w 4864315"/>
              <a:gd name="connsiteY4" fmla="*/ 38746 h 5846063"/>
              <a:gd name="connsiteX0" fmla="*/ 0 w 5042546"/>
              <a:gd name="connsiteY0" fmla="*/ 15499 h 5846063"/>
              <a:gd name="connsiteX1" fmla="*/ 5042546 w 5042546"/>
              <a:gd name="connsiteY1" fmla="*/ 0 h 5846063"/>
              <a:gd name="connsiteX2" fmla="*/ 3151753 w 5042546"/>
              <a:gd name="connsiteY2" fmla="*/ 5846063 h 5846063"/>
              <a:gd name="connsiteX3" fmla="*/ 178231 w 5042546"/>
              <a:gd name="connsiteY3" fmla="*/ 5567094 h 5846063"/>
              <a:gd name="connsiteX4" fmla="*/ 0 w 5042546"/>
              <a:gd name="connsiteY4" fmla="*/ 15499 h 5846063"/>
              <a:gd name="connsiteX0" fmla="*/ 23247 w 5065793"/>
              <a:gd name="connsiteY0" fmla="*/ 15499 h 5846063"/>
              <a:gd name="connsiteX1" fmla="*/ 5065793 w 5065793"/>
              <a:gd name="connsiteY1" fmla="*/ 0 h 5846063"/>
              <a:gd name="connsiteX2" fmla="*/ 3175000 w 5065793"/>
              <a:gd name="connsiteY2" fmla="*/ 5846063 h 5846063"/>
              <a:gd name="connsiteX3" fmla="*/ 0 w 5065793"/>
              <a:gd name="connsiteY3" fmla="*/ 5737575 h 5846063"/>
              <a:gd name="connsiteX4" fmla="*/ 23247 w 5065793"/>
              <a:gd name="connsiteY4" fmla="*/ 15499 h 5846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65793" h="5846063">
                <a:moveTo>
                  <a:pt x="23247" y="15499"/>
                </a:moveTo>
                <a:lnTo>
                  <a:pt x="5065793" y="0"/>
                </a:lnTo>
                <a:lnTo>
                  <a:pt x="3175000" y="5846063"/>
                </a:lnTo>
                <a:lnTo>
                  <a:pt x="0" y="5737575"/>
                </a:lnTo>
                <a:lnTo>
                  <a:pt x="23247" y="15499"/>
                </a:lnTo>
                <a:close/>
              </a:path>
            </a:pathLst>
          </a:custGeom>
        </p:spPr>
        <p:txBody>
          <a:bodyPr/>
          <a:lstStyle>
            <a:lvl1pPr marL="0" indent="0">
              <a:buFontTx/>
              <a:buNone/>
              <a:defRPr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4" name="Rechteck 4">
            <a:extLst>
              <a:ext uri="{FF2B5EF4-FFF2-40B4-BE49-F238E27FC236}">
                <a16:creationId xmlns:a16="http://schemas.microsoft.com/office/drawing/2014/main" id="{D92C71FB-3327-3741-B3DB-351AF65070B2}"/>
              </a:ext>
            </a:extLst>
          </p:cNvPr>
          <p:cNvSpPr/>
          <p:nvPr userDrawn="1"/>
        </p:nvSpPr>
        <p:spPr>
          <a:xfrm rot="10800000">
            <a:off x="3059832" y="-380578"/>
            <a:ext cx="6552728" cy="5714365"/>
          </a:xfrm>
          <a:custGeom>
            <a:avLst/>
            <a:gdLst>
              <a:gd name="connsiteX0" fmla="*/ 0 w 4248150"/>
              <a:gd name="connsiteY0" fmla="*/ 0 h 5380061"/>
              <a:gd name="connsiteX1" fmla="*/ 4248150 w 4248150"/>
              <a:gd name="connsiteY1" fmla="*/ 0 h 5380061"/>
              <a:gd name="connsiteX2" fmla="*/ 4248150 w 4248150"/>
              <a:gd name="connsiteY2" fmla="*/ 5380061 h 5380061"/>
              <a:gd name="connsiteX3" fmla="*/ 0 w 4248150"/>
              <a:gd name="connsiteY3" fmla="*/ 5380061 h 5380061"/>
              <a:gd name="connsiteX4" fmla="*/ 0 w 4248150"/>
              <a:gd name="connsiteY4" fmla="*/ 0 h 5380061"/>
              <a:gd name="connsiteX0" fmla="*/ 0 w 6198870"/>
              <a:gd name="connsiteY0" fmla="*/ 30480 h 5410541"/>
              <a:gd name="connsiteX1" fmla="*/ 6198870 w 6198870"/>
              <a:gd name="connsiteY1" fmla="*/ 0 h 5410541"/>
              <a:gd name="connsiteX2" fmla="*/ 4248150 w 6198870"/>
              <a:gd name="connsiteY2" fmla="*/ 5410541 h 5410541"/>
              <a:gd name="connsiteX3" fmla="*/ 0 w 6198870"/>
              <a:gd name="connsiteY3" fmla="*/ 5410541 h 5410541"/>
              <a:gd name="connsiteX4" fmla="*/ 0 w 6198870"/>
              <a:gd name="connsiteY4" fmla="*/ 30480 h 5410541"/>
              <a:gd name="connsiteX0" fmla="*/ 0 w 6198870"/>
              <a:gd name="connsiteY0" fmla="*/ 30480 h 5410541"/>
              <a:gd name="connsiteX1" fmla="*/ 6198870 w 6198870"/>
              <a:gd name="connsiteY1" fmla="*/ 0 h 5410541"/>
              <a:gd name="connsiteX2" fmla="*/ 4408170 w 6198870"/>
              <a:gd name="connsiteY2" fmla="*/ 5410541 h 5410541"/>
              <a:gd name="connsiteX3" fmla="*/ 0 w 6198870"/>
              <a:gd name="connsiteY3" fmla="*/ 5410541 h 5410541"/>
              <a:gd name="connsiteX4" fmla="*/ 0 w 6198870"/>
              <a:gd name="connsiteY4" fmla="*/ 30480 h 5410541"/>
              <a:gd name="connsiteX0" fmla="*/ 0 w 6130290"/>
              <a:gd name="connsiteY0" fmla="*/ 22860 h 5402921"/>
              <a:gd name="connsiteX1" fmla="*/ 6130290 w 6130290"/>
              <a:gd name="connsiteY1" fmla="*/ 0 h 5402921"/>
              <a:gd name="connsiteX2" fmla="*/ 4408170 w 6130290"/>
              <a:gd name="connsiteY2" fmla="*/ 5402921 h 5402921"/>
              <a:gd name="connsiteX3" fmla="*/ 0 w 6130290"/>
              <a:gd name="connsiteY3" fmla="*/ 5402921 h 5402921"/>
              <a:gd name="connsiteX4" fmla="*/ 0 w 6130290"/>
              <a:gd name="connsiteY4" fmla="*/ 22860 h 5402921"/>
              <a:gd name="connsiteX0" fmla="*/ 0 w 6176010"/>
              <a:gd name="connsiteY0" fmla="*/ 0 h 5380061"/>
              <a:gd name="connsiteX1" fmla="*/ 6176010 w 6176010"/>
              <a:gd name="connsiteY1" fmla="*/ 0 h 5380061"/>
              <a:gd name="connsiteX2" fmla="*/ 4408170 w 6176010"/>
              <a:gd name="connsiteY2" fmla="*/ 5380061 h 5380061"/>
              <a:gd name="connsiteX3" fmla="*/ 0 w 6176010"/>
              <a:gd name="connsiteY3" fmla="*/ 5380061 h 5380061"/>
              <a:gd name="connsiteX4" fmla="*/ 0 w 6176010"/>
              <a:gd name="connsiteY4" fmla="*/ 0 h 5380061"/>
              <a:gd name="connsiteX0" fmla="*/ 0 w 6130290"/>
              <a:gd name="connsiteY0" fmla="*/ 0 h 5380061"/>
              <a:gd name="connsiteX1" fmla="*/ 6130290 w 6130290"/>
              <a:gd name="connsiteY1" fmla="*/ 0 h 5380061"/>
              <a:gd name="connsiteX2" fmla="*/ 4408170 w 6130290"/>
              <a:gd name="connsiteY2" fmla="*/ 5380061 h 5380061"/>
              <a:gd name="connsiteX3" fmla="*/ 0 w 6130290"/>
              <a:gd name="connsiteY3" fmla="*/ 5380061 h 5380061"/>
              <a:gd name="connsiteX4" fmla="*/ 0 w 6130290"/>
              <a:gd name="connsiteY4" fmla="*/ 0 h 5380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0290" h="5380061">
                <a:moveTo>
                  <a:pt x="0" y="0"/>
                </a:moveTo>
                <a:lnTo>
                  <a:pt x="6130290" y="0"/>
                </a:lnTo>
                <a:lnTo>
                  <a:pt x="4408170" y="5380061"/>
                </a:lnTo>
                <a:lnTo>
                  <a:pt x="0" y="5380061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lvl="0">
              <a:lnSpc>
                <a:spcPct val="120000"/>
              </a:lnSpc>
              <a:spcBef>
                <a:spcPts val="600"/>
              </a:spcBef>
              <a:buClr>
                <a:srgbClr val="73E1B3">
                  <a:lumMod val="50000"/>
                </a:srgbClr>
              </a:buClr>
              <a:buSzPct val="130000"/>
            </a:pPr>
            <a:endParaRPr lang="de-DE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F0181DA-3F52-1049-AF6E-4245374A8B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1008" y="1779958"/>
            <a:ext cx="4392612" cy="2736007"/>
          </a:xfrm>
          <a:prstGeom prst="rect">
            <a:avLst/>
          </a:prstGeom>
        </p:spPr>
        <p:txBody>
          <a:bodyPr/>
          <a:lstStyle>
            <a:lvl1pPr marL="270272" indent="-270272">
              <a:buFontTx/>
              <a:buBlip>
                <a:blip r:embed="rId2"/>
              </a:buBlip>
              <a:defRPr sz="1400">
                <a:latin typeface="+mn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3" name="Inhaltsplatzhalter 15">
            <a:extLst>
              <a:ext uri="{FF2B5EF4-FFF2-40B4-BE49-F238E27FC236}">
                <a16:creationId xmlns:a16="http://schemas.microsoft.com/office/drawing/2014/main" id="{6405A75C-B06C-BB4D-94E4-F3F19CCFF2E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008" y="1085850"/>
            <a:ext cx="4392612" cy="65087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22" name="Bildplatzhalter 11">
            <a:extLst>
              <a:ext uri="{FF2B5EF4-FFF2-40B4-BE49-F238E27FC236}">
                <a16:creationId xmlns:a16="http://schemas.microsoft.com/office/drawing/2014/main" id="{B373FA6F-0045-E54C-9176-BAFF8C4E293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407255" y="195486"/>
            <a:ext cx="720117" cy="7205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1" name="Bildplatzhalter 11">
            <a:extLst>
              <a:ext uri="{FF2B5EF4-FFF2-40B4-BE49-F238E27FC236}">
                <a16:creationId xmlns:a16="http://schemas.microsoft.com/office/drawing/2014/main" id="{E9D3F32B-F713-3E47-88CB-BA29198D221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11198" y="4483199"/>
            <a:ext cx="622841" cy="367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2" name="Bildplatzhalter 11">
            <a:extLst>
              <a:ext uri="{FF2B5EF4-FFF2-40B4-BE49-F238E27FC236}">
                <a16:creationId xmlns:a16="http://schemas.microsoft.com/office/drawing/2014/main" id="{0737C372-65C9-F448-8D66-F2E0DDB9359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83889" y="4483199"/>
            <a:ext cx="622841" cy="367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3" name="Bildplatzhalter 11">
            <a:extLst>
              <a:ext uri="{FF2B5EF4-FFF2-40B4-BE49-F238E27FC236}">
                <a16:creationId xmlns:a16="http://schemas.microsoft.com/office/drawing/2014/main" id="{799B5451-5055-224A-93BD-BDC85192E4F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56580" y="4483199"/>
            <a:ext cx="622841" cy="367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4" name="Bildplatzhalter 11">
            <a:extLst>
              <a:ext uri="{FF2B5EF4-FFF2-40B4-BE49-F238E27FC236}">
                <a16:creationId xmlns:a16="http://schemas.microsoft.com/office/drawing/2014/main" id="{11A3D982-6099-F54A-A0BE-31D88457638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93125" y="4483199"/>
            <a:ext cx="622841" cy="367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5" name="Bildplatzhalter 11">
            <a:extLst>
              <a:ext uri="{FF2B5EF4-FFF2-40B4-BE49-F238E27FC236}">
                <a16:creationId xmlns:a16="http://schemas.microsoft.com/office/drawing/2014/main" id="{575CE91A-3D0D-6048-88D8-4196ECC76A3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465816" y="4483199"/>
            <a:ext cx="622841" cy="367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6" name="Bildplatzhalter 11">
            <a:extLst>
              <a:ext uri="{FF2B5EF4-FFF2-40B4-BE49-F238E27FC236}">
                <a16:creationId xmlns:a16="http://schemas.microsoft.com/office/drawing/2014/main" id="{E41AFA78-7182-314B-8BED-F126A020C03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38507" y="4483199"/>
            <a:ext cx="622841" cy="367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7" name="Bildplatzhalter 11">
            <a:extLst>
              <a:ext uri="{FF2B5EF4-FFF2-40B4-BE49-F238E27FC236}">
                <a16:creationId xmlns:a16="http://schemas.microsoft.com/office/drawing/2014/main" id="{73662B69-84D0-904D-892A-DB1DF1970EB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120434" y="4483199"/>
            <a:ext cx="622841" cy="367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278383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z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EFEE92B9-5AE3-6233-316B-D3DA005A3D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79226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EFEE92B9-5AE3-6233-316B-D3DA005A3D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Bildplatzhalter 6">
            <a:extLst>
              <a:ext uri="{FF2B5EF4-FFF2-40B4-BE49-F238E27FC236}">
                <a16:creationId xmlns:a16="http://schemas.microsoft.com/office/drawing/2014/main" id="{B88504FB-483A-8940-B2A6-7D8E7BFC9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08520" y="-78377"/>
            <a:ext cx="4680520" cy="522187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74270FB-9E9C-714E-A63A-538281FC1BF8}"/>
              </a:ext>
            </a:extLst>
          </p:cNvPr>
          <p:cNvSpPr/>
          <p:nvPr userDrawn="1"/>
        </p:nvSpPr>
        <p:spPr>
          <a:xfrm>
            <a:off x="4572000" y="-308570"/>
            <a:ext cx="5472608" cy="6120680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endParaRPr lang="de-DE" sz="1600">
              <a:ea typeface="Clan Pro Buch" charset="0"/>
              <a:cs typeface="Clan Pro Buch" charset="0"/>
            </a:endParaRP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CD0CE27-EB6B-3C49-89DC-8FF677521A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7900" y="1492250"/>
            <a:ext cx="4104580" cy="3455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Bildplatzhalter 10">
            <a:extLst>
              <a:ext uri="{FF2B5EF4-FFF2-40B4-BE49-F238E27FC236}">
                <a16:creationId xmlns:a16="http://schemas.microsoft.com/office/drawing/2014/main" id="{66747BC0-9E52-B84C-9A3C-E5559408A23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00788" y="309219"/>
            <a:ext cx="1295400" cy="8226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3009991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z_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6">
            <a:extLst>
              <a:ext uri="{FF2B5EF4-FFF2-40B4-BE49-F238E27FC236}">
                <a16:creationId xmlns:a16="http://schemas.microsoft.com/office/drawing/2014/main" id="{B88504FB-483A-8940-B2A6-7D8E7BFC9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571998" y="-87086"/>
            <a:ext cx="4608512" cy="523058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0B20DF4B-AC16-5B45-AE5B-14D0F741A71F}"/>
              </a:ext>
            </a:extLst>
          </p:cNvPr>
          <p:cNvSpPr/>
          <p:nvPr userDrawn="1"/>
        </p:nvSpPr>
        <p:spPr>
          <a:xfrm>
            <a:off x="-324544" y="-308570"/>
            <a:ext cx="4896543" cy="6120680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endParaRPr lang="de-DE" sz="1600">
              <a:ea typeface="Clan Pro Buch" charset="0"/>
              <a:cs typeface="Clan Pro Buch" charset="0"/>
            </a:endParaRP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A6FF4A55-FFAE-6D4C-860A-904C68DD25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1520" y="1492250"/>
            <a:ext cx="3960440" cy="3455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B949FBDF-D6C8-9240-A9A0-83481F991CE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11257" y="309219"/>
            <a:ext cx="1424940" cy="8226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002125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ferenz_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6D7E4F4D-6B9A-EB43-A945-AA33F846D962}"/>
              </a:ext>
            </a:extLst>
          </p:cNvPr>
          <p:cNvSpPr/>
          <p:nvPr userDrawn="1"/>
        </p:nvSpPr>
        <p:spPr>
          <a:xfrm>
            <a:off x="-324544" y="3111500"/>
            <a:ext cx="9577064" cy="2268561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endParaRPr lang="de-DE" sz="1600">
              <a:ea typeface="Clan Pro Buch" charset="0"/>
              <a:cs typeface="Clan Pro Buch" charset="0"/>
            </a:endParaRP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585A7CFD-0CBB-DE4B-9C1D-52AE6EC1D45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5288" y="3867150"/>
            <a:ext cx="8424862" cy="10810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1" name="Bildplatzhalter 6">
            <a:extLst>
              <a:ext uri="{FF2B5EF4-FFF2-40B4-BE49-F238E27FC236}">
                <a16:creationId xmlns:a16="http://schemas.microsoft.com/office/drawing/2014/main" id="{1A6518F5-2BB1-644E-BB20-F8F64046BA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166761" y="-235131"/>
            <a:ext cx="9477521" cy="3292656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  <p:sp>
        <p:nvSpPr>
          <p:cNvPr id="9" name="Bildplatzhalter 11">
            <a:extLst>
              <a:ext uri="{FF2B5EF4-FFF2-40B4-BE49-F238E27FC236}">
                <a16:creationId xmlns:a16="http://schemas.microsoft.com/office/drawing/2014/main" id="{EF8B2790-8A5C-354F-9292-7C6D07C6699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6222" y="3182825"/>
            <a:ext cx="720117" cy="7205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423920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kt 2" hidden="1">
            <a:extLst>
              <a:ext uri="{FF2B5EF4-FFF2-40B4-BE49-F238E27FC236}">
                <a16:creationId xmlns:a16="http://schemas.microsoft.com/office/drawing/2014/main" id="{A46EB017-F026-FFB7-0EA0-EDFB546FBEA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31547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592" imgH="591" progId="TCLayout.ActiveDocument.1">
                  <p:embed/>
                </p:oleObj>
              </mc:Choice>
              <mc:Fallback>
                <p:oleObj name="think-cell Folie" r:id="rId3" imgW="592" imgH="591" progId="TCLayout.ActiveDocument.1">
                  <p:embed/>
                  <p:pic>
                    <p:nvPicPr>
                      <p:cNvPr id="3" name="Objekt 2" hidden="1">
                        <a:extLst>
                          <a:ext uri="{FF2B5EF4-FFF2-40B4-BE49-F238E27FC236}">
                            <a16:creationId xmlns:a16="http://schemas.microsoft.com/office/drawing/2014/main" id="{A46EB017-F026-FFB7-0EA0-EDFB546FBEA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Grafik 1">
            <a:extLst>
              <a:ext uri="{FF2B5EF4-FFF2-40B4-BE49-F238E27FC236}">
                <a16:creationId xmlns:a16="http://schemas.microsoft.com/office/drawing/2014/main" id="{6344D860-BE32-5354-2D6C-A637863E1E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6000" y="-106241"/>
            <a:ext cx="9259196" cy="5249742"/>
          </a:xfrm>
          <a:prstGeom prst="rect">
            <a:avLst/>
          </a:prstGeom>
        </p:spPr>
      </p:pic>
      <p:sp>
        <p:nvSpPr>
          <p:cNvPr id="16" name="Rechteck 15"/>
          <p:cNvSpPr/>
          <p:nvPr userDrawn="1"/>
        </p:nvSpPr>
        <p:spPr>
          <a:xfrm>
            <a:off x="-36000" y="-67222"/>
            <a:ext cx="8020409" cy="5210722"/>
          </a:xfrm>
          <a:prstGeom prst="rect">
            <a:avLst/>
          </a:prstGeom>
          <a:gradFill flip="none" rotWithShape="1">
            <a:gsLst>
              <a:gs pos="0">
                <a:srgbClr val="1B1B2D"/>
              </a:gs>
              <a:gs pos="31000">
                <a:srgbClr val="1B1B2D"/>
              </a:gs>
              <a:gs pos="61000">
                <a:srgbClr val="1B1B2D">
                  <a:alpha val="80000"/>
                </a:srgbClr>
              </a:gs>
              <a:gs pos="100000">
                <a:srgbClr val="1B1B2D">
                  <a:alpha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/>
          <p:cNvSpPr/>
          <p:nvPr userDrawn="1"/>
        </p:nvSpPr>
        <p:spPr>
          <a:xfrm>
            <a:off x="-24189" y="4207102"/>
            <a:ext cx="9172712" cy="1674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sp>
        <p:nvSpPr>
          <p:cNvPr id="7" name="Textfeld 6"/>
          <p:cNvSpPr txBox="1"/>
          <p:nvPr userDrawn="1"/>
        </p:nvSpPr>
        <p:spPr>
          <a:xfrm>
            <a:off x="982678" y="1230319"/>
            <a:ext cx="4727150" cy="2169825"/>
          </a:xfrm>
          <a:prstGeom prst="rect">
            <a:avLst/>
          </a:prstGeom>
          <a:noFill/>
        </p:spPr>
        <p:txBody>
          <a:bodyPr wrap="square" lIns="0" rtlCol="0">
            <a:spAutoFit/>
          </a:bodyPr>
          <a:lstStyle/>
          <a:p>
            <a:r>
              <a:rPr lang="de-DE" sz="4500" b="1" i="0" cap="all">
                <a:solidFill>
                  <a:schemeClr val="bg1"/>
                </a:solidFill>
                <a:latin typeface="ClanPro-Bold" panose="020B0804020101020102" pitchFamily="34" charset="0"/>
                <a:ea typeface="ClanPro-BoldItalic" charset="0"/>
                <a:cs typeface="ClanPro-BoldItalic" charset="0"/>
              </a:rPr>
              <a:t>SHARING</a:t>
            </a:r>
            <a:r>
              <a:rPr lang="de-DE" sz="4500" b="1" i="0" cap="all" baseline="0">
                <a:solidFill>
                  <a:schemeClr val="bg1"/>
                </a:solidFill>
                <a:latin typeface="ClanPro-Bold" panose="020B0804020101020102" pitchFamily="34" charset="0"/>
                <a:ea typeface="ClanPro-BoldItalic" charset="0"/>
                <a:cs typeface="ClanPro-BoldItalic" charset="0"/>
              </a:rPr>
              <a:t> </a:t>
            </a:r>
          </a:p>
          <a:p>
            <a:r>
              <a:rPr lang="de-DE" sz="4500" b="1" i="0" cap="all" baseline="0">
                <a:solidFill>
                  <a:schemeClr val="accent1"/>
                </a:solidFill>
                <a:latin typeface="ClanPro-Bold" panose="020B0804020101020102" pitchFamily="34" charset="0"/>
                <a:ea typeface="ClanPro-BoldItalic" charset="0"/>
                <a:cs typeface="ClanPro-BoldItalic" charset="0"/>
              </a:rPr>
              <a:t>YOUR</a:t>
            </a:r>
            <a:br>
              <a:rPr lang="de-DE" sz="4500" b="1" i="0" cap="all" baseline="0">
                <a:solidFill>
                  <a:schemeClr val="bg1"/>
                </a:solidFill>
                <a:latin typeface="ClanPro-Bold" panose="020B0804020101020102" pitchFamily="34" charset="0"/>
                <a:ea typeface="ClanPro-BoldItalic" charset="0"/>
                <a:cs typeface="ClanPro-BoldItalic" charset="0"/>
              </a:rPr>
            </a:br>
            <a:r>
              <a:rPr lang="de-DE" sz="4500" b="1" i="0" cap="all" baseline="0">
                <a:solidFill>
                  <a:schemeClr val="bg1"/>
                </a:solidFill>
                <a:latin typeface="ClanPro-Bold" panose="020B0804020101020102" pitchFamily="34" charset="0"/>
                <a:ea typeface="ClanPro-BoldItalic" charset="0"/>
                <a:cs typeface="ClanPro-BoldItalic" charset="0"/>
              </a:rPr>
              <a:t>CHALLENGE</a:t>
            </a:r>
          </a:p>
        </p:txBody>
      </p:sp>
      <p:sp>
        <p:nvSpPr>
          <p:cNvPr id="8" name="Foliennummernplatzhalter 4"/>
          <p:cNvSpPr txBox="1">
            <a:spLocks/>
          </p:cNvSpPr>
          <p:nvPr userDrawn="1"/>
        </p:nvSpPr>
        <p:spPr>
          <a:xfrm>
            <a:off x="0" y="4948014"/>
            <a:ext cx="395536" cy="195504"/>
          </a:xfrm>
          <a:prstGeom prst="rect">
            <a:avLst/>
          </a:prstGeom>
        </p:spPr>
        <p:txBody>
          <a:bodyPr anchor="b"/>
          <a:lstStyle>
            <a:lvl1pPr algn="ctr">
              <a:defRPr sz="10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D1D81-3A86-4C7E-B9C1-FF8E182250D9}" type="slidenum">
              <a:rPr kumimoji="0" lang="de-DE" sz="7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7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9" name="Textfeld 8"/>
          <p:cNvSpPr txBox="1"/>
          <p:nvPr userDrawn="1"/>
        </p:nvSpPr>
        <p:spPr>
          <a:xfrm>
            <a:off x="7942053" y="4981917"/>
            <a:ext cx="1141659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600">
                <a:latin typeface="+mn-lt"/>
              </a:rPr>
              <a:t>Copyright © </a:t>
            </a:r>
            <a:r>
              <a:rPr lang="de-DE" sz="600" err="1">
                <a:latin typeface="+mn-lt"/>
              </a:rPr>
              <a:t>A</a:t>
            </a:r>
            <a:r>
              <a:rPr lang="de-DE" sz="600" baseline="0" err="1">
                <a:latin typeface="+mn-lt"/>
              </a:rPr>
              <a:t>ccso</a:t>
            </a:r>
            <a:r>
              <a:rPr lang="de-DE" sz="600" baseline="0">
                <a:latin typeface="+mn-lt"/>
              </a:rPr>
              <a:t> GmbH</a:t>
            </a:r>
            <a:endParaRPr lang="de-DE" sz="600">
              <a:latin typeface="+mn-lt"/>
            </a:endParaRPr>
          </a:p>
        </p:txBody>
      </p:sp>
      <p:sp>
        <p:nvSpPr>
          <p:cNvPr id="10" name="Rechteck 9"/>
          <p:cNvSpPr/>
          <p:nvPr userDrawn="1"/>
        </p:nvSpPr>
        <p:spPr>
          <a:xfrm>
            <a:off x="-7532" y="4365286"/>
            <a:ext cx="9172711" cy="7782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oliennummernplatzhalter 3"/>
          <p:cNvSpPr txBox="1">
            <a:spLocks/>
          </p:cNvSpPr>
          <p:nvPr userDrawn="1"/>
        </p:nvSpPr>
        <p:spPr>
          <a:xfrm>
            <a:off x="8613775" y="4729162"/>
            <a:ext cx="457200" cy="357188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de-DE" b="0" i="0">
              <a:latin typeface="Clan Pro Buch" charset="0"/>
            </a:endParaRPr>
          </a:p>
        </p:txBody>
      </p:sp>
      <p:cxnSp>
        <p:nvCxnSpPr>
          <p:cNvPr id="19" name="Gerader Verbinder 16"/>
          <p:cNvCxnSpPr/>
          <p:nvPr userDrawn="1"/>
        </p:nvCxnSpPr>
        <p:spPr>
          <a:xfrm flipH="1">
            <a:off x="8173198" y="20538"/>
            <a:ext cx="1" cy="51435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hteck 19"/>
          <p:cNvSpPr/>
          <p:nvPr userDrawn="1"/>
        </p:nvSpPr>
        <p:spPr>
          <a:xfrm>
            <a:off x="6230468" y="3808203"/>
            <a:ext cx="326628" cy="29948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419100">
              <a:schemeClr val="bg1">
                <a:alpha val="31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4" name="Bild 48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8186" y="3758005"/>
            <a:ext cx="1805452" cy="575443"/>
          </a:xfrm>
          <a:prstGeom prst="rect">
            <a:avLst/>
          </a:prstGeom>
        </p:spPr>
      </p:pic>
      <p:sp>
        <p:nvSpPr>
          <p:cNvPr id="18" name="Textfeld 17"/>
          <p:cNvSpPr txBox="1"/>
          <p:nvPr userDrawn="1"/>
        </p:nvSpPr>
        <p:spPr>
          <a:xfrm>
            <a:off x="348496" y="4458668"/>
            <a:ext cx="1529265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de-DE" sz="800" b="0" i="0" err="1">
                <a:solidFill>
                  <a:schemeClr val="accent1"/>
                </a:solidFill>
                <a:latin typeface="+mn-lt"/>
                <a:ea typeface="ClanPro-MediumItalic" charset="0"/>
                <a:cs typeface="ClanPro-MediumItalic" charset="0"/>
              </a:rPr>
              <a:t>Accso</a:t>
            </a:r>
            <a:r>
              <a:rPr lang="de-DE" sz="800" b="0" i="0">
                <a:solidFill>
                  <a:schemeClr val="accent1"/>
                </a:solidFill>
                <a:latin typeface="+mn-lt"/>
                <a:ea typeface="ClanPro-MediumItalic" charset="0"/>
                <a:cs typeface="ClanPro-MediumItalic" charset="0"/>
              </a:rPr>
              <a:t> – </a:t>
            </a:r>
            <a:r>
              <a:rPr lang="de-DE" sz="800" b="0" i="0" err="1">
                <a:solidFill>
                  <a:schemeClr val="accent1"/>
                </a:solidFill>
                <a:latin typeface="+mn-lt"/>
                <a:ea typeface="ClanPro-MediumItalic" charset="0"/>
                <a:cs typeface="ClanPro-MediumItalic" charset="0"/>
              </a:rPr>
              <a:t>Accelerated</a:t>
            </a:r>
            <a:r>
              <a:rPr lang="de-DE" sz="800" b="0" i="0">
                <a:solidFill>
                  <a:schemeClr val="accent1"/>
                </a:solidFill>
                <a:latin typeface="+mn-lt"/>
                <a:ea typeface="ClanPro-MediumItalic" charset="0"/>
                <a:cs typeface="ClanPro-MediumItalic" charset="0"/>
              </a:rPr>
              <a:t> Solutions GmbH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800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T</a:t>
            </a:r>
            <a:r>
              <a:rPr lang="de-DE" sz="800" b="0" i="0" spc="-3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 </a:t>
            </a:r>
            <a:r>
              <a:rPr lang="de-DE" sz="800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 </a:t>
            </a:r>
            <a:r>
              <a:rPr lang="de-DE" sz="800" b="0" i="0" baseline="0">
                <a:solidFill>
                  <a:schemeClr val="bg1"/>
                </a:solidFill>
                <a:latin typeface="+mn-lt"/>
                <a:ea typeface="ClanPro-BoldItalic" charset="0"/>
                <a:cs typeface="ClanPro-BoldItalic" charset="0"/>
              </a:rPr>
              <a:t>|</a:t>
            </a:r>
            <a:r>
              <a:rPr lang="de-DE" sz="800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 </a:t>
            </a:r>
            <a:r>
              <a:rPr lang="de-DE" sz="800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+49 6151 13029-0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800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E</a:t>
            </a:r>
            <a:r>
              <a:rPr lang="de-DE" sz="800" b="0" i="0" spc="-7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 </a:t>
            </a:r>
            <a:r>
              <a:rPr lang="de-DE" sz="800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 </a:t>
            </a:r>
            <a:r>
              <a:rPr lang="de-DE" sz="800" b="0" i="0">
                <a:solidFill>
                  <a:schemeClr val="bg1"/>
                </a:solidFill>
                <a:latin typeface="+mn-lt"/>
                <a:ea typeface="ClanPro-BoldItalic" charset="0"/>
                <a:cs typeface="ClanPro-BoldItalic" charset="0"/>
              </a:rPr>
              <a:t>|</a:t>
            </a:r>
            <a:r>
              <a:rPr lang="de-DE" sz="800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 </a:t>
            </a:r>
            <a:r>
              <a:rPr lang="de-DE" sz="800" b="0" i="0" err="1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info@accso.de</a:t>
            </a:r>
            <a:endParaRPr lang="de-DE" sz="800" b="0" i="0">
              <a:solidFill>
                <a:schemeClr val="bg1"/>
              </a:solidFill>
              <a:latin typeface="+mn-lt"/>
              <a:ea typeface="Clan Pro Buch" charset="0"/>
              <a:cs typeface="Clan Pro Buch" charset="0"/>
            </a:endParaRPr>
          </a:p>
          <a:p>
            <a:r>
              <a:rPr lang="de-DE" sz="800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@</a:t>
            </a:r>
            <a:r>
              <a:rPr lang="de-DE" sz="800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 </a:t>
            </a:r>
            <a:r>
              <a:rPr lang="de-DE" sz="800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800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 </a:t>
            </a:r>
            <a:r>
              <a:rPr lang="de-DE" sz="800" b="0" i="0" err="1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www.accso.de</a:t>
            </a:r>
            <a:endParaRPr lang="de-DE" sz="800" b="0" i="0">
              <a:solidFill>
                <a:schemeClr val="bg1"/>
              </a:solidFill>
              <a:latin typeface="+mn-lt"/>
              <a:ea typeface="Clan Pro Buch" charset="0"/>
              <a:cs typeface="Clan Pro Buch" charset="0"/>
            </a:endParaRPr>
          </a:p>
        </p:txBody>
      </p:sp>
      <p:pic>
        <p:nvPicPr>
          <p:cNvPr id="22" name="Bild 21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42014" y="4515966"/>
            <a:ext cx="1757010" cy="246115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EFBECE6D-0C26-9F26-162E-A911A273E674}"/>
              </a:ext>
            </a:extLst>
          </p:cNvPr>
          <p:cNvSpPr txBox="1"/>
          <p:nvPr userDrawn="1"/>
        </p:nvSpPr>
        <p:spPr>
          <a:xfrm>
            <a:off x="2751356" y="4464599"/>
            <a:ext cx="2684739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indent="0">
              <a:tabLst>
                <a:tab pos="355600" algn="l"/>
                <a:tab pos="1066800" algn="l"/>
                <a:tab pos="1150938" algn="l"/>
              </a:tabLst>
            </a:pPr>
            <a:r>
              <a:rPr lang="de-DE" sz="800" b="0" i="0" err="1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Hilpertstraße</a:t>
            </a:r>
            <a:r>
              <a:rPr lang="de-DE" sz="800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 12	</a:t>
            </a:r>
            <a:r>
              <a:rPr lang="de-DE" sz="800" b="0" i="0" baseline="0">
                <a:solidFill>
                  <a:schemeClr val="bg1"/>
                </a:solidFill>
                <a:latin typeface="ClanPro-Medium" panose="020B0604020101020102" pitchFamily="34" charset="0"/>
                <a:ea typeface="ClanPro-MediumItalic" charset="0"/>
                <a:cs typeface="ClanPro-MediumItalic" charset="0"/>
              </a:rPr>
              <a:t>|</a:t>
            </a:r>
            <a:r>
              <a:rPr lang="de-DE" sz="800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800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64295 Darmstadt</a:t>
            </a: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1066800" algn="l"/>
                <a:tab pos="1150938" algn="l"/>
              </a:tabLst>
              <a:defRPr/>
            </a:pPr>
            <a:r>
              <a:rPr lang="it-IT" sz="800" b="0" i="0" err="1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Rahmhofstraße</a:t>
            </a:r>
            <a:r>
              <a:rPr lang="it-IT" sz="800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 2	</a:t>
            </a:r>
            <a:r>
              <a:rPr lang="de-DE" sz="800" b="0" i="0" baseline="0">
                <a:solidFill>
                  <a:schemeClr val="bg1"/>
                </a:solidFill>
                <a:latin typeface="ClanPro-Medium" panose="020B0604020101020102" pitchFamily="34" charset="0"/>
                <a:ea typeface="ClanPro-MediumItalic" charset="0"/>
                <a:cs typeface="ClanPro-MediumItalic" charset="0"/>
              </a:rPr>
              <a:t>|</a:t>
            </a:r>
            <a:r>
              <a:rPr lang="de-DE" sz="800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  60313 Frankfurt a.M.</a:t>
            </a:r>
            <a:endParaRPr lang="it-IT" sz="800" b="0" i="0">
              <a:solidFill>
                <a:schemeClr val="bg1"/>
              </a:solidFill>
              <a:latin typeface="+mn-lt"/>
              <a:ea typeface="Clan Pro Buch" charset="0"/>
              <a:cs typeface="Clan Pro Buch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1066800" algn="l"/>
                <a:tab pos="1150938" algn="l"/>
              </a:tabLst>
              <a:defRPr/>
            </a:pPr>
            <a:r>
              <a:rPr lang="it-IT" sz="800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Im </a:t>
            </a:r>
            <a:r>
              <a:rPr lang="it-IT" sz="800" b="0" i="0" err="1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Mediapark</a:t>
            </a:r>
            <a:r>
              <a:rPr lang="it-IT" sz="800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 6a</a:t>
            </a:r>
            <a:r>
              <a:rPr lang="it-IT" sz="800" b="0" i="0" spc="-15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	</a:t>
            </a:r>
            <a:r>
              <a:rPr lang="it-IT" sz="800" b="0" i="0" spc="-150" baseline="0">
                <a:solidFill>
                  <a:schemeClr val="bg1"/>
                </a:solidFill>
                <a:latin typeface="ClanPro-Medium" panose="020B0604020101020102" pitchFamily="34" charset="0"/>
                <a:ea typeface="ClanPro-MediumItalic" charset="0"/>
                <a:cs typeface="ClanPro-MediumItalic" charset="0"/>
              </a:rPr>
              <a:t>|</a:t>
            </a:r>
            <a:r>
              <a:rPr lang="it-IT" sz="800" b="0" i="0">
                <a:solidFill>
                  <a:schemeClr val="bg1"/>
                </a:solidFill>
                <a:latin typeface="ClanPro-Medium" panose="020B0604020101020102" pitchFamily="34" charset="0"/>
                <a:ea typeface="ClanPro-MediumItalic" charset="0"/>
                <a:cs typeface="ClanPro-MediumItalic" charset="0"/>
              </a:rPr>
              <a:t> </a:t>
            </a:r>
            <a:r>
              <a:rPr lang="it-IT" sz="800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50670 </a:t>
            </a:r>
            <a:r>
              <a:rPr lang="it-IT" sz="800" b="0" i="0" err="1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Köln</a:t>
            </a:r>
            <a:endParaRPr lang="it-IT" sz="800" b="0" i="0">
              <a:solidFill>
                <a:schemeClr val="bg1"/>
              </a:solidFill>
              <a:latin typeface="+mn-lt"/>
              <a:ea typeface="Clan Pro Buch" charset="0"/>
              <a:cs typeface="Clan Pro Buch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1066800" algn="l"/>
                <a:tab pos="1150938" algn="l"/>
              </a:tabLst>
              <a:defRPr/>
            </a:pPr>
            <a:r>
              <a:rPr lang="it-IT" sz="800" b="0" i="0" err="1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Balanstraße</a:t>
            </a:r>
            <a:r>
              <a:rPr lang="it-IT" sz="800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 55       </a:t>
            </a:r>
            <a:r>
              <a:rPr lang="it-IT" sz="800" b="0" i="0" spc="3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 	</a:t>
            </a:r>
            <a:r>
              <a:rPr lang="it-IT" sz="800" b="0" i="0" spc="100" baseline="0">
                <a:solidFill>
                  <a:schemeClr val="bg1"/>
                </a:solidFill>
                <a:latin typeface="ClanPro-Medium" panose="020B0604020101020102" pitchFamily="34" charset="0"/>
                <a:ea typeface="ClanPro-MediumItalic" charset="0"/>
                <a:cs typeface="ClanPro-MediumItalic" charset="0"/>
              </a:rPr>
              <a:t>|</a:t>
            </a:r>
            <a:r>
              <a:rPr lang="it-IT" sz="800" b="0" i="0" spc="10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it-IT" sz="800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81541 München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1066800" algn="l"/>
                <a:tab pos="1150938" algn="l"/>
              </a:tabLst>
              <a:defRPr/>
            </a:pPr>
            <a:r>
              <a:rPr lang="it-IT" sz="800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21 Belair Drive</a:t>
            </a:r>
            <a:r>
              <a:rPr lang="it-IT" sz="800" b="0" i="0" spc="3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	</a:t>
            </a:r>
            <a:r>
              <a:rPr lang="it-IT" sz="800" b="0" i="0" spc="100" baseline="0">
                <a:solidFill>
                  <a:schemeClr val="bg1"/>
                </a:solidFill>
                <a:latin typeface="ClanPro-Medium" panose="020B0604020101020102" pitchFamily="34" charset="0"/>
                <a:ea typeface="ClanPro-MediumItalic" charset="0"/>
                <a:cs typeface="ClanPro-MediumItalic" charset="0"/>
              </a:rPr>
              <a:t>|</a:t>
            </a:r>
            <a:r>
              <a:rPr lang="it-IT" sz="800" b="0" i="0" spc="10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it-IT" sz="800" b="0" i="0" spc="0" baseline="0" err="1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Constantia</a:t>
            </a:r>
            <a:r>
              <a:rPr lang="it-IT" sz="800" b="0" i="0" spc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, Cape Town 7806</a:t>
            </a:r>
            <a:endParaRPr lang="it-IT" sz="800" b="0" i="0" spc="0">
              <a:solidFill>
                <a:schemeClr val="bg1"/>
              </a:solidFill>
              <a:latin typeface="+mn-lt"/>
              <a:ea typeface="Clan Pro Buch" charset="0"/>
              <a:cs typeface="Clan Pro Buch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1066800" algn="l"/>
                <a:tab pos="1150938" algn="l"/>
              </a:tabLst>
              <a:defRPr/>
            </a:pPr>
            <a:endParaRPr lang="it-IT" sz="800" b="0" i="0" baseline="0">
              <a:solidFill>
                <a:schemeClr val="bg1"/>
              </a:solidFill>
              <a:latin typeface="+mn-lt"/>
              <a:ea typeface="Clan Pro Buch" charset="0"/>
              <a:cs typeface="Clan Pro Buch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1066800" algn="l"/>
                <a:tab pos="1150938" algn="l"/>
              </a:tabLst>
              <a:defRPr/>
            </a:pPr>
            <a:endParaRPr lang="it-IT" sz="800" b="0" i="0" baseline="0">
              <a:solidFill>
                <a:schemeClr val="bg1"/>
              </a:solidFill>
              <a:latin typeface="+mn-lt"/>
              <a:ea typeface="Clan Pro Buch" charset="0"/>
              <a:cs typeface="Clan Pro Buch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355600" algn="l"/>
                <a:tab pos="1066800" algn="l"/>
                <a:tab pos="1150938" algn="l"/>
              </a:tabLst>
              <a:defRPr/>
            </a:pPr>
            <a:endParaRPr lang="it-IT" sz="800" b="0" i="0">
              <a:solidFill>
                <a:schemeClr val="bg1"/>
              </a:solidFill>
              <a:latin typeface="+mn-lt"/>
              <a:ea typeface="Clan Pro Buch" charset="0"/>
              <a:cs typeface="Clan Pro Buc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933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bg>
      <p:bgPr>
        <a:solidFill>
          <a:srgbClr val="00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D73C8DB6-6CFD-0DFB-126B-8CD639EB6525}"/>
              </a:ext>
            </a:extLst>
          </p:cNvPr>
          <p:cNvSpPr/>
          <p:nvPr userDrawn="1"/>
        </p:nvSpPr>
        <p:spPr bwMode="gray">
          <a:xfrm>
            <a:off x="0" y="4312487"/>
            <a:ext cx="9144000" cy="1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BE987C8D-600E-9043-3AFA-296CBCCE53E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521494" y="3930643"/>
            <a:ext cx="5238638" cy="2700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cap="none" baseline="0">
                <a:solidFill>
                  <a:srgbClr val="2DFA87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Software Engineering  |  Digitale Transformation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DD1E4018-114F-0DDB-12BD-4B79C44BA158}"/>
              </a:ext>
            </a:extLst>
          </p:cNvPr>
          <p:cNvSpPr>
            <a:spLocks noGrp="1"/>
          </p:cNvSpPr>
          <p:nvPr>
            <p:ph type="body" idx="13"/>
          </p:nvPr>
        </p:nvSpPr>
        <p:spPr bwMode="black">
          <a:xfrm>
            <a:off x="540000" y="4320000"/>
            <a:ext cx="4841493" cy="154487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050" b="0" cap="none" spc="9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platzhalter 45">
            <a:extLst>
              <a:ext uri="{FF2B5EF4-FFF2-40B4-BE49-F238E27FC236}">
                <a16:creationId xmlns:a16="http://schemas.microsoft.com/office/drawing/2014/main" id="{EDEAF2E1-C47E-A8A0-6A3C-C8C15E9084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invGray">
          <a:xfrm>
            <a:off x="521494" y="843724"/>
            <a:ext cx="4725000" cy="2645999"/>
          </a:xfrm>
          <a:noFill/>
        </p:spPr>
        <p:txBody>
          <a:bodyPr anchor="ctr" anchorCtr="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500" cap="none" baseline="0">
                <a:solidFill>
                  <a:srgbClr val="2DFA87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2485120A-6607-C666-7494-0AD2AB938C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60201" y="411511"/>
            <a:ext cx="684692" cy="158006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EA91479E-2217-114A-59C4-14643B3F52C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97329" y="1084541"/>
            <a:ext cx="2703977" cy="1809000"/>
          </a:xfrm>
          <a:prstGeom prst="rect">
            <a:avLst/>
          </a:prstGeom>
        </p:spPr>
      </p:pic>
      <p:sp>
        <p:nvSpPr>
          <p:cNvPr id="18" name="Bildplatzhalter 17">
            <a:extLst>
              <a:ext uri="{FF2B5EF4-FFF2-40B4-BE49-F238E27FC236}">
                <a16:creationId xmlns:a16="http://schemas.microsoft.com/office/drawing/2014/main" id="{2992187F-8C96-ADCF-3926-17A03F0711F1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5917355" y="1688923"/>
            <a:ext cx="2631792" cy="1749600"/>
          </a:xfrm>
          <a:custGeom>
            <a:avLst/>
            <a:gdLst>
              <a:gd name="connsiteX0" fmla="*/ 657846 w 3556819"/>
              <a:gd name="connsiteY0" fmla="*/ 0 h 2364553"/>
              <a:gd name="connsiteX1" fmla="*/ 3161367 w 3556819"/>
              <a:gd name="connsiteY1" fmla="*/ 0 h 2364553"/>
              <a:gd name="connsiteX2" fmla="*/ 3535310 w 3556819"/>
              <a:gd name="connsiteY2" fmla="*/ 521946 h 2364553"/>
              <a:gd name="connsiteX3" fmla="*/ 2898973 w 3556819"/>
              <a:gd name="connsiteY3" fmla="*/ 2364553 h 2364553"/>
              <a:gd name="connsiteX4" fmla="*/ 395451 w 3556819"/>
              <a:gd name="connsiteY4" fmla="*/ 2364553 h 2364553"/>
              <a:gd name="connsiteX5" fmla="*/ 21508 w 3556819"/>
              <a:gd name="connsiteY5" fmla="*/ 1842607 h 2364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56819" h="2364553">
                <a:moveTo>
                  <a:pt x="657846" y="0"/>
                </a:moveTo>
                <a:lnTo>
                  <a:pt x="3161367" y="0"/>
                </a:lnTo>
                <a:cubicBezTo>
                  <a:pt x="3432635" y="0"/>
                  <a:pt x="3622776" y="266660"/>
                  <a:pt x="3535310" y="521946"/>
                </a:cubicBezTo>
                <a:lnTo>
                  <a:pt x="2898973" y="2364553"/>
                </a:lnTo>
                <a:lnTo>
                  <a:pt x="395451" y="2364553"/>
                </a:lnTo>
                <a:cubicBezTo>
                  <a:pt x="124184" y="2364553"/>
                  <a:pt x="-65957" y="2097893"/>
                  <a:pt x="21508" y="1842607"/>
                </a:cubicBezTo>
                <a:close/>
              </a:path>
            </a:pathLst>
          </a:custGeom>
          <a:noFill/>
          <a:ln w="50800">
            <a:solidFill>
              <a:srgbClr val="2DFA87"/>
            </a:solidFill>
          </a:ln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4733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bg>
      <p:bgPr>
        <a:solidFill>
          <a:srgbClr val="00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D73C8DB6-6CFD-0DFB-126B-8CD639EB6525}"/>
              </a:ext>
            </a:extLst>
          </p:cNvPr>
          <p:cNvSpPr/>
          <p:nvPr userDrawn="1"/>
        </p:nvSpPr>
        <p:spPr bwMode="gray">
          <a:xfrm>
            <a:off x="0" y="4312487"/>
            <a:ext cx="9144000" cy="1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BE987C8D-600E-9043-3AFA-296CBCCE53E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521494" y="3930643"/>
            <a:ext cx="5238638" cy="2700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cap="none" baseline="0">
                <a:solidFill>
                  <a:srgbClr val="2DFA87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Software Engineering  |  Digitale Transformation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DD1E4018-114F-0DDB-12BD-4B79C44BA158}"/>
              </a:ext>
            </a:extLst>
          </p:cNvPr>
          <p:cNvSpPr>
            <a:spLocks noGrp="1"/>
          </p:cNvSpPr>
          <p:nvPr>
            <p:ph type="body" idx="13"/>
          </p:nvPr>
        </p:nvSpPr>
        <p:spPr bwMode="black">
          <a:xfrm>
            <a:off x="540000" y="4320000"/>
            <a:ext cx="4841493" cy="154487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050" b="0" cap="none" spc="9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platzhalter 45">
            <a:extLst>
              <a:ext uri="{FF2B5EF4-FFF2-40B4-BE49-F238E27FC236}">
                <a16:creationId xmlns:a16="http://schemas.microsoft.com/office/drawing/2014/main" id="{EDEAF2E1-C47E-A8A0-6A3C-C8C15E9084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invGray">
          <a:xfrm>
            <a:off x="521494" y="843724"/>
            <a:ext cx="4725000" cy="2645999"/>
          </a:xfrm>
        </p:spPr>
        <p:txBody>
          <a:bodyPr anchor="ctr" anchorCtr="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500" cap="none" baseline="0">
                <a:solidFill>
                  <a:srgbClr val="2DFA87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2485120A-6607-C666-7494-0AD2AB938C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60201" y="411511"/>
            <a:ext cx="684692" cy="158006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FC68CA13-9A37-DDBE-857F-56533BE1EE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91919" y="1681163"/>
            <a:ext cx="2676525" cy="1781175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59076396-E385-083F-6CB5-3CC7EBA691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97853" y="1101650"/>
            <a:ext cx="267652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38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4">
    <p:bg>
      <p:bgPr>
        <a:solidFill>
          <a:srgbClr val="00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D73C8DB6-6CFD-0DFB-126B-8CD639EB6525}"/>
              </a:ext>
            </a:extLst>
          </p:cNvPr>
          <p:cNvSpPr/>
          <p:nvPr userDrawn="1"/>
        </p:nvSpPr>
        <p:spPr bwMode="gray">
          <a:xfrm>
            <a:off x="0" y="4312487"/>
            <a:ext cx="9144000" cy="1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BE987C8D-600E-9043-3AFA-296CBCCE53E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521494" y="3930643"/>
            <a:ext cx="5238638" cy="2700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cap="none" baseline="0">
                <a:solidFill>
                  <a:srgbClr val="2DFA87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Software Engineering  |  Digitale Transformation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DD1E4018-114F-0DDB-12BD-4B79C44BA158}"/>
              </a:ext>
            </a:extLst>
          </p:cNvPr>
          <p:cNvSpPr>
            <a:spLocks noGrp="1"/>
          </p:cNvSpPr>
          <p:nvPr>
            <p:ph type="body" idx="13"/>
          </p:nvPr>
        </p:nvSpPr>
        <p:spPr bwMode="black">
          <a:xfrm>
            <a:off x="540000" y="4320000"/>
            <a:ext cx="4841493" cy="154487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050" b="0" cap="none" spc="9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platzhalter 45">
            <a:extLst>
              <a:ext uri="{FF2B5EF4-FFF2-40B4-BE49-F238E27FC236}">
                <a16:creationId xmlns:a16="http://schemas.microsoft.com/office/drawing/2014/main" id="{EDEAF2E1-C47E-A8A0-6A3C-C8C15E9084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invGray">
          <a:xfrm>
            <a:off x="521494" y="843724"/>
            <a:ext cx="4725000" cy="2645999"/>
          </a:xfrm>
        </p:spPr>
        <p:txBody>
          <a:bodyPr anchor="ctr" anchorCtr="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500" cap="none" baseline="0">
                <a:solidFill>
                  <a:srgbClr val="2DFA87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2485120A-6607-C666-7494-0AD2AB938C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1494" y="411511"/>
            <a:ext cx="684692" cy="158006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E0E49A87-837C-75B2-0132-7945D8E372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t="12440" r="24905"/>
          <a:stretch/>
        </p:blipFill>
        <p:spPr>
          <a:xfrm>
            <a:off x="7134057" y="0"/>
            <a:ext cx="2009943" cy="1559601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5F3A29E0-2C84-CC63-B1C8-DBAC9424F55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948264" y="2240035"/>
            <a:ext cx="1906893" cy="1269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026C44E-6EF3-A1BB-D9C9-B4DEC6DC9BC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0002" y="942856"/>
            <a:ext cx="2676525" cy="1781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861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6">
    <p:bg>
      <p:bgPr>
        <a:solidFill>
          <a:srgbClr val="00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D73C8DB6-6CFD-0DFB-126B-8CD639EB6525}"/>
              </a:ext>
            </a:extLst>
          </p:cNvPr>
          <p:cNvSpPr/>
          <p:nvPr userDrawn="1"/>
        </p:nvSpPr>
        <p:spPr bwMode="gray">
          <a:xfrm>
            <a:off x="0" y="4312487"/>
            <a:ext cx="9144000" cy="1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BE987C8D-600E-9043-3AFA-296CBCCE53E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521494" y="3930643"/>
            <a:ext cx="5238638" cy="270000"/>
          </a:xfrm>
        </p:spPr>
        <p:txBody>
          <a:bodyPr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800" cap="none" baseline="0">
                <a:solidFill>
                  <a:srgbClr val="2DFA87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/>
              <a:t>Software Engineering  |  Digitale Transformation</a:t>
            </a:r>
          </a:p>
          <a:p>
            <a:endParaRPr lang="de-DE"/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DD1E4018-114F-0DDB-12BD-4B79C44BA158}"/>
              </a:ext>
            </a:extLst>
          </p:cNvPr>
          <p:cNvSpPr>
            <a:spLocks noGrp="1"/>
          </p:cNvSpPr>
          <p:nvPr>
            <p:ph type="body" idx="13"/>
          </p:nvPr>
        </p:nvSpPr>
        <p:spPr bwMode="black">
          <a:xfrm>
            <a:off x="540000" y="4320000"/>
            <a:ext cx="4841493" cy="154487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050" b="0" cap="none" spc="9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Textplatzhalter 45">
            <a:extLst>
              <a:ext uri="{FF2B5EF4-FFF2-40B4-BE49-F238E27FC236}">
                <a16:creationId xmlns:a16="http://schemas.microsoft.com/office/drawing/2014/main" id="{EDEAF2E1-C47E-A8A0-6A3C-C8C15E9084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invGray">
          <a:xfrm>
            <a:off x="521494" y="843724"/>
            <a:ext cx="4725000" cy="2645999"/>
          </a:xfrm>
        </p:spPr>
        <p:txBody>
          <a:bodyPr anchor="ctr" anchorCtr="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500" cap="none" baseline="0">
                <a:solidFill>
                  <a:srgbClr val="2DFA87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2485120A-6607-C666-7494-0AD2AB938C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1494" y="411511"/>
            <a:ext cx="684692" cy="158006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4B673B21-3583-3D8A-CF7E-D8E028F1828D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20658"/>
          <a:stretch/>
        </p:blipFill>
        <p:spPr>
          <a:xfrm>
            <a:off x="6998593" y="-20538"/>
            <a:ext cx="2145407" cy="1809000"/>
          </a:xfrm>
          <a:prstGeom prst="rect">
            <a:avLst/>
          </a:prstGeom>
        </p:spPr>
      </p:pic>
      <p:sp>
        <p:nvSpPr>
          <p:cNvPr id="8" name="Bildplatzhalter 17">
            <a:extLst>
              <a:ext uri="{FF2B5EF4-FFF2-40B4-BE49-F238E27FC236}">
                <a16:creationId xmlns:a16="http://schemas.microsoft.com/office/drawing/2014/main" id="{F2BEB321-6AA8-1AB4-6A37-78624467CB4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5922150" y="954269"/>
            <a:ext cx="2631792" cy="1749600"/>
          </a:xfrm>
          <a:custGeom>
            <a:avLst/>
            <a:gdLst>
              <a:gd name="connsiteX0" fmla="*/ 657846 w 3556819"/>
              <a:gd name="connsiteY0" fmla="*/ 0 h 2364553"/>
              <a:gd name="connsiteX1" fmla="*/ 3161367 w 3556819"/>
              <a:gd name="connsiteY1" fmla="*/ 0 h 2364553"/>
              <a:gd name="connsiteX2" fmla="*/ 3535310 w 3556819"/>
              <a:gd name="connsiteY2" fmla="*/ 521946 h 2364553"/>
              <a:gd name="connsiteX3" fmla="*/ 2898973 w 3556819"/>
              <a:gd name="connsiteY3" fmla="*/ 2364553 h 2364553"/>
              <a:gd name="connsiteX4" fmla="*/ 395451 w 3556819"/>
              <a:gd name="connsiteY4" fmla="*/ 2364553 h 2364553"/>
              <a:gd name="connsiteX5" fmla="*/ 21508 w 3556819"/>
              <a:gd name="connsiteY5" fmla="*/ 1842607 h 2364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56819" h="2364553">
                <a:moveTo>
                  <a:pt x="657846" y="0"/>
                </a:moveTo>
                <a:lnTo>
                  <a:pt x="3161367" y="0"/>
                </a:lnTo>
                <a:cubicBezTo>
                  <a:pt x="3432635" y="0"/>
                  <a:pt x="3622776" y="266660"/>
                  <a:pt x="3535310" y="521946"/>
                </a:cubicBezTo>
                <a:lnTo>
                  <a:pt x="2898973" y="2364553"/>
                </a:lnTo>
                <a:lnTo>
                  <a:pt x="395451" y="2364553"/>
                </a:lnTo>
                <a:cubicBezTo>
                  <a:pt x="124184" y="2364553"/>
                  <a:pt x="-65957" y="2097893"/>
                  <a:pt x="21508" y="1842607"/>
                </a:cubicBezTo>
                <a:close/>
              </a:path>
            </a:pathLst>
          </a:custGeom>
          <a:noFill/>
          <a:ln w="50800">
            <a:solidFill>
              <a:srgbClr val="2DFA87"/>
            </a:solidFill>
          </a:ln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36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einsti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2">
            <a:extLst>
              <a:ext uri="{FF2B5EF4-FFF2-40B4-BE49-F238E27FC236}">
                <a16:creationId xmlns:a16="http://schemas.microsoft.com/office/drawing/2014/main" id="{695A2ABA-2370-6A9F-95D2-40DF54DA5C2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521494" y="1080000"/>
            <a:ext cx="8101013" cy="3402022"/>
          </a:xfr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ts val="1950"/>
              </a:lnSpc>
              <a:spcBef>
                <a:spcPts val="0"/>
              </a:spcBef>
              <a:spcAft>
                <a:spcPts val="1500"/>
              </a:spcAft>
              <a:tabLst>
                <a:tab pos="400050" algn="l"/>
              </a:tabLst>
              <a:defRPr lang="de-DE" sz="2400" cap="none" spc="225" baseline="0" dirty="0">
                <a:solidFill>
                  <a:schemeClr val="accent1"/>
                </a:solidFill>
                <a:latin typeface="+mj-lt"/>
              </a:defRPr>
            </a:lvl1pPr>
            <a:lvl2pPr marL="0" indent="0">
              <a:lnSpc>
                <a:spcPts val="1950"/>
              </a:lnSpc>
              <a:spcBef>
                <a:spcPts val="0"/>
              </a:spcBef>
              <a:spcAft>
                <a:spcPts val="1500"/>
              </a:spcAft>
              <a:buClr>
                <a:schemeClr val="accent1"/>
              </a:buClr>
              <a:buFontTx/>
              <a:buNone/>
              <a:defRPr lang="de-DE" sz="2100" cap="all" spc="225" baseline="0" dirty="0">
                <a:solidFill>
                  <a:schemeClr val="bg2">
                    <a:lumMod val="75000"/>
                  </a:schemeClr>
                </a:solidFill>
                <a:latin typeface="+mn-lt"/>
              </a:defRPr>
            </a:lvl2pPr>
            <a:lvl3pPr marL="0">
              <a:tabLst>
                <a:tab pos="400050" algn="l"/>
              </a:tabLst>
              <a:defRPr lang="de-DE" sz="2100" kern="1200" cap="none" spc="225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8pPr>
              <a:lnSpc>
                <a:spcPts val="2250"/>
              </a:lnSpc>
              <a:spcBef>
                <a:spcPts val="1200"/>
              </a:spcBef>
              <a:spcAft>
                <a:spcPts val="1200"/>
              </a:spcAft>
              <a:defRPr lang="de-DE" sz="1650" spc="3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8pPr>
            <a:lvl9pPr>
              <a:lnSpc>
                <a:spcPts val="2250"/>
              </a:lnSpc>
              <a:spcBef>
                <a:spcPts val="1200"/>
              </a:spcBef>
              <a:spcAft>
                <a:spcPts val="1200"/>
              </a:spcAft>
              <a:defRPr lang="de-DE" sz="210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9pPr>
          </a:lstStyle>
          <a:p>
            <a:pPr lvl="0">
              <a:lnSpc>
                <a:spcPts val="2100"/>
              </a:lnSpc>
              <a:spcBef>
                <a:spcPts val="900"/>
              </a:spcBef>
              <a:spcAft>
                <a:spcPts val="900"/>
              </a:spcAft>
            </a:pPr>
            <a:r>
              <a:rPr lang="en-GB"/>
              <a:t>Click to edit Master text styles</a:t>
            </a:r>
          </a:p>
          <a:p>
            <a:pPr lvl="1">
              <a:lnSpc>
                <a:spcPts val="2100"/>
              </a:lnSpc>
              <a:spcBef>
                <a:spcPts val="900"/>
              </a:spcBef>
              <a:spcAft>
                <a:spcPts val="900"/>
              </a:spcAft>
            </a:pPr>
            <a:r>
              <a:rPr lang="en-GB"/>
              <a:t>Second level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8B2D7EF5-71A1-D007-3850-A993F57DEBE0}"/>
              </a:ext>
            </a:extLst>
          </p:cNvPr>
          <p:cNvSpPr/>
          <p:nvPr userDrawn="1"/>
        </p:nvSpPr>
        <p:spPr bwMode="gray">
          <a:xfrm>
            <a:off x="0" y="4623978"/>
            <a:ext cx="9144000" cy="107566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6EBD546-ECA7-E6D2-1E77-14E25EC36FED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fld id="{1ED72181-4191-3345-8A05-F47BB99038A8}" type="datetime1">
              <a:rPr lang="en-US" smtClean="0"/>
              <a:t>8/29/2026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F7C54EB8-7B59-22B4-4FC4-D84D0D00C1C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0870DE68-5485-0BA9-3FF4-FC2B70F66D3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56610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nnfolie 1">
    <p:bg>
      <p:bgPr>
        <a:solidFill>
          <a:srgbClr val="00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6">
            <a:extLst>
              <a:ext uri="{FF2B5EF4-FFF2-40B4-BE49-F238E27FC236}">
                <a16:creationId xmlns:a16="http://schemas.microsoft.com/office/drawing/2014/main" id="{BA6BFBA8-0E32-A588-53C1-7AE1726C7B0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black">
          <a:xfrm>
            <a:off x="521494" y="844154"/>
            <a:ext cx="8101012" cy="3887390"/>
          </a:xfrm>
        </p:spPr>
        <p:txBody>
          <a:bodyPr bIns="504000" anchor="ctr" anchorCtr="0"/>
          <a:lstStyle>
            <a:lvl1pPr algn="ctr">
              <a:defRPr sz="6000">
                <a:solidFill>
                  <a:srgbClr val="2DFA87"/>
                </a:solidFill>
                <a:latin typeface="+mj-lt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A502CA4-62F4-86CA-434D-C844B485CB6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60201" y="411511"/>
            <a:ext cx="684692" cy="158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586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nnfoli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6">
            <a:extLst>
              <a:ext uri="{FF2B5EF4-FFF2-40B4-BE49-F238E27FC236}">
                <a16:creationId xmlns:a16="http://schemas.microsoft.com/office/drawing/2014/main" id="{BA6BFBA8-0E32-A588-53C1-7AE1726C7B0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black">
          <a:xfrm>
            <a:off x="521494" y="844154"/>
            <a:ext cx="8101012" cy="3887390"/>
          </a:xfrm>
        </p:spPr>
        <p:txBody>
          <a:bodyPr bIns="504000" anchor="ctr" anchorCtr="0"/>
          <a:lstStyle>
            <a:lvl1pPr algn="ctr">
              <a:defRPr sz="600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E2353D86-2D99-8247-67FF-991C405E412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white">
          <a:xfrm>
            <a:off x="7960201" y="415085"/>
            <a:ext cx="688500" cy="156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658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ennfoli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platzhalter 16">
            <a:extLst>
              <a:ext uri="{FF2B5EF4-FFF2-40B4-BE49-F238E27FC236}">
                <a16:creationId xmlns:a16="http://schemas.microsoft.com/office/drawing/2014/main" id="{BA6BFBA8-0E32-A588-53C1-7AE1726C7B0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black">
          <a:xfrm>
            <a:off x="521494" y="844154"/>
            <a:ext cx="8101012" cy="3887390"/>
          </a:xfrm>
        </p:spPr>
        <p:txBody>
          <a:bodyPr bIns="504000" anchor="ctr" anchorCtr="0"/>
          <a:lstStyle>
            <a:lvl1pPr algn="ctr">
              <a:defRPr sz="600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DD8E51B4-704E-C42B-B3F3-9D54CB1A333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7960201" y="415085"/>
            <a:ext cx="688500" cy="15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174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65E14DA2-ECD4-9453-A009-2561FF5D73FB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7963869" y="416867"/>
            <a:ext cx="682247" cy="150398"/>
            <a:chOff x="7776000" y="5184000"/>
            <a:chExt cx="2307067" cy="508579"/>
          </a:xfrm>
        </p:grpSpPr>
        <p:sp>
          <p:nvSpPr>
            <p:cNvPr id="14" name="Freihandform: Form 13">
              <a:extLst>
                <a:ext uri="{FF2B5EF4-FFF2-40B4-BE49-F238E27FC236}">
                  <a16:creationId xmlns:a16="http://schemas.microsoft.com/office/drawing/2014/main" id="{C60BE111-84A2-F09E-8883-DE022B70566E}"/>
                </a:ext>
              </a:extLst>
            </p:cNvPr>
            <p:cNvSpPr/>
            <p:nvPr/>
          </p:nvSpPr>
          <p:spPr bwMode="black">
            <a:xfrm>
              <a:off x="7776000" y="5184000"/>
              <a:ext cx="508579" cy="508579"/>
            </a:xfrm>
            <a:custGeom>
              <a:avLst/>
              <a:gdLst>
                <a:gd name="connsiteX0" fmla="*/ 0 w 508579"/>
                <a:gd name="connsiteY0" fmla="*/ 0 h 508579"/>
                <a:gd name="connsiteX1" fmla="*/ 508579 w 508579"/>
                <a:gd name="connsiteY1" fmla="*/ 0 h 508579"/>
                <a:gd name="connsiteX2" fmla="*/ 508579 w 508579"/>
                <a:gd name="connsiteY2" fmla="*/ 508579 h 508579"/>
                <a:gd name="connsiteX3" fmla="*/ 0 w 508579"/>
                <a:gd name="connsiteY3" fmla="*/ 508579 h 508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8579" h="508579">
                  <a:moveTo>
                    <a:pt x="0" y="0"/>
                  </a:moveTo>
                  <a:lnTo>
                    <a:pt x="508579" y="0"/>
                  </a:lnTo>
                  <a:lnTo>
                    <a:pt x="508579" y="508579"/>
                  </a:lnTo>
                  <a:lnTo>
                    <a:pt x="0" y="508579"/>
                  </a:lnTo>
                  <a:close/>
                </a:path>
              </a:pathLst>
            </a:custGeom>
            <a:no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5" name="Freihandform: Form 14">
              <a:extLst>
                <a:ext uri="{FF2B5EF4-FFF2-40B4-BE49-F238E27FC236}">
                  <a16:creationId xmlns:a16="http://schemas.microsoft.com/office/drawing/2014/main" id="{6BBF1A6C-E15D-BD87-FF5C-F9CF0269DAD5}"/>
                </a:ext>
              </a:extLst>
            </p:cNvPr>
            <p:cNvSpPr/>
            <p:nvPr/>
          </p:nvSpPr>
          <p:spPr bwMode="black">
            <a:xfrm>
              <a:off x="8592498" y="5229544"/>
              <a:ext cx="360519" cy="374526"/>
            </a:xfrm>
            <a:custGeom>
              <a:avLst/>
              <a:gdLst>
                <a:gd name="connsiteX0" fmla="*/ 245650 w 360519"/>
                <a:gd name="connsiteY0" fmla="*/ 301600 h 374526"/>
                <a:gd name="connsiteX1" fmla="*/ 109846 w 360519"/>
                <a:gd name="connsiteY1" fmla="*/ 301600 h 374526"/>
                <a:gd name="connsiteX2" fmla="*/ 88912 w 360519"/>
                <a:gd name="connsiteY2" fmla="*/ 374526 h 374526"/>
                <a:gd name="connsiteX3" fmla="*/ 0 w 360519"/>
                <a:gd name="connsiteY3" fmla="*/ 374526 h 374526"/>
                <a:gd name="connsiteX4" fmla="*/ 129333 w 360519"/>
                <a:gd name="connsiteY4" fmla="*/ 0 h 374526"/>
                <a:gd name="connsiteX5" fmla="*/ 229664 w 360519"/>
                <a:gd name="connsiteY5" fmla="*/ 0 h 374526"/>
                <a:gd name="connsiteX6" fmla="*/ 360520 w 360519"/>
                <a:gd name="connsiteY6" fmla="*/ 374526 h 374526"/>
                <a:gd name="connsiteX7" fmla="*/ 266660 w 360519"/>
                <a:gd name="connsiteY7" fmla="*/ 374526 h 374526"/>
                <a:gd name="connsiteX8" fmla="*/ 245726 w 360519"/>
                <a:gd name="connsiteY8" fmla="*/ 301600 h 374526"/>
                <a:gd name="connsiteX9" fmla="*/ 167776 w 360519"/>
                <a:gd name="connsiteY9" fmla="*/ 102843 h 374526"/>
                <a:gd name="connsiteX10" fmla="*/ 130323 w 360519"/>
                <a:gd name="connsiteY10" fmla="*/ 231186 h 374526"/>
                <a:gd name="connsiteX11" fmla="*/ 225705 w 360519"/>
                <a:gd name="connsiteY11" fmla="*/ 231186 h 374526"/>
                <a:gd name="connsiteX12" fmla="*/ 189775 w 360519"/>
                <a:gd name="connsiteY12" fmla="*/ 102843 h 374526"/>
                <a:gd name="connsiteX13" fmla="*/ 179803 w 360519"/>
                <a:gd name="connsiteY13" fmla="*/ 63411 h 374526"/>
                <a:gd name="connsiteX14" fmla="*/ 178281 w 360519"/>
                <a:gd name="connsiteY14" fmla="*/ 63411 h 374526"/>
                <a:gd name="connsiteX15" fmla="*/ 167776 w 360519"/>
                <a:gd name="connsiteY15" fmla="*/ 102843 h 3745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60519" h="374526">
                  <a:moveTo>
                    <a:pt x="245650" y="301600"/>
                  </a:moveTo>
                  <a:lnTo>
                    <a:pt x="109846" y="301600"/>
                  </a:lnTo>
                  <a:lnTo>
                    <a:pt x="88912" y="374526"/>
                  </a:lnTo>
                  <a:lnTo>
                    <a:pt x="0" y="374526"/>
                  </a:lnTo>
                  <a:lnTo>
                    <a:pt x="129333" y="0"/>
                  </a:lnTo>
                  <a:lnTo>
                    <a:pt x="229664" y="0"/>
                  </a:lnTo>
                  <a:lnTo>
                    <a:pt x="360520" y="374526"/>
                  </a:lnTo>
                  <a:lnTo>
                    <a:pt x="266660" y="374526"/>
                  </a:lnTo>
                  <a:lnTo>
                    <a:pt x="245726" y="301600"/>
                  </a:lnTo>
                  <a:close/>
                  <a:moveTo>
                    <a:pt x="167776" y="102843"/>
                  </a:moveTo>
                  <a:lnTo>
                    <a:pt x="130323" y="231186"/>
                  </a:lnTo>
                  <a:lnTo>
                    <a:pt x="225705" y="231186"/>
                  </a:lnTo>
                  <a:lnTo>
                    <a:pt x="189775" y="102843"/>
                  </a:lnTo>
                  <a:lnTo>
                    <a:pt x="179803" y="63411"/>
                  </a:lnTo>
                  <a:lnTo>
                    <a:pt x="178281" y="63411"/>
                  </a:lnTo>
                  <a:lnTo>
                    <a:pt x="167776" y="102843"/>
                  </a:lnTo>
                  <a:close/>
                </a:path>
              </a:pathLst>
            </a:custGeom>
            <a:solidFill>
              <a:schemeClr val="bg1"/>
            </a:solidFill>
            <a:ln w="75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6" name="Freihandform: Form 15">
              <a:extLst>
                <a:ext uri="{FF2B5EF4-FFF2-40B4-BE49-F238E27FC236}">
                  <a16:creationId xmlns:a16="http://schemas.microsoft.com/office/drawing/2014/main" id="{92C5F630-8365-DDD2-4CDE-0CFAF836B3A8}"/>
                </a:ext>
              </a:extLst>
            </p:cNvPr>
            <p:cNvSpPr/>
            <p:nvPr/>
          </p:nvSpPr>
          <p:spPr bwMode="black">
            <a:xfrm>
              <a:off x="8965502" y="5274076"/>
              <a:ext cx="241158" cy="336007"/>
            </a:xfrm>
            <a:custGeom>
              <a:avLst/>
              <a:gdLst>
                <a:gd name="connsiteX0" fmla="*/ 231719 w 241158"/>
                <a:gd name="connsiteY0" fmla="*/ 80310 h 336007"/>
                <a:gd name="connsiteX1" fmla="*/ 163817 w 241158"/>
                <a:gd name="connsiteY1" fmla="*/ 68815 h 336007"/>
                <a:gd name="connsiteX2" fmla="*/ 81909 w 241158"/>
                <a:gd name="connsiteY2" fmla="*/ 166710 h 336007"/>
                <a:gd name="connsiteX3" fmla="*/ 164807 w 241158"/>
                <a:gd name="connsiteY3" fmla="*/ 268563 h 336007"/>
                <a:gd name="connsiteX4" fmla="*/ 232709 w 241158"/>
                <a:gd name="connsiteY4" fmla="*/ 255089 h 336007"/>
                <a:gd name="connsiteX5" fmla="*/ 241158 w 241158"/>
                <a:gd name="connsiteY5" fmla="*/ 317510 h 336007"/>
                <a:gd name="connsiteX6" fmla="*/ 154302 w 241158"/>
                <a:gd name="connsiteY6" fmla="*/ 336008 h 336007"/>
                <a:gd name="connsiteX7" fmla="*/ 0 w 241158"/>
                <a:gd name="connsiteY7" fmla="*/ 166253 h 336007"/>
                <a:gd name="connsiteX8" fmla="*/ 159783 w 241158"/>
                <a:gd name="connsiteY8" fmla="*/ 0 h 336007"/>
                <a:gd name="connsiteX9" fmla="*/ 240169 w 241158"/>
                <a:gd name="connsiteY9" fmla="*/ 14007 h 336007"/>
                <a:gd name="connsiteX10" fmla="*/ 231719 w 241158"/>
                <a:gd name="connsiteY10" fmla="*/ 80386 h 336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1158" h="336007">
                  <a:moveTo>
                    <a:pt x="231719" y="80310"/>
                  </a:moveTo>
                  <a:cubicBezTo>
                    <a:pt x="213754" y="73307"/>
                    <a:pt x="190232" y="68815"/>
                    <a:pt x="163817" y="68815"/>
                  </a:cubicBezTo>
                  <a:cubicBezTo>
                    <a:pt x="101929" y="68815"/>
                    <a:pt x="81909" y="92794"/>
                    <a:pt x="81909" y="166710"/>
                  </a:cubicBezTo>
                  <a:cubicBezTo>
                    <a:pt x="81909" y="244584"/>
                    <a:pt x="102842" y="268563"/>
                    <a:pt x="164807" y="268563"/>
                  </a:cubicBezTo>
                  <a:cubicBezTo>
                    <a:pt x="190765" y="268563"/>
                    <a:pt x="213754" y="263082"/>
                    <a:pt x="232709" y="255089"/>
                  </a:cubicBezTo>
                  <a:lnTo>
                    <a:pt x="241158" y="317510"/>
                  </a:lnTo>
                  <a:cubicBezTo>
                    <a:pt x="217180" y="328472"/>
                    <a:pt x="184751" y="336008"/>
                    <a:pt x="154302" y="336008"/>
                  </a:cubicBezTo>
                  <a:cubicBezTo>
                    <a:pt x="50926" y="336008"/>
                    <a:pt x="0" y="280057"/>
                    <a:pt x="0" y="166253"/>
                  </a:cubicBezTo>
                  <a:cubicBezTo>
                    <a:pt x="0" y="59376"/>
                    <a:pt x="48947" y="0"/>
                    <a:pt x="159783" y="0"/>
                  </a:cubicBezTo>
                  <a:cubicBezTo>
                    <a:pt x="187720" y="0"/>
                    <a:pt x="219235" y="6470"/>
                    <a:pt x="240169" y="14007"/>
                  </a:cubicBezTo>
                  <a:lnTo>
                    <a:pt x="231719" y="80386"/>
                  </a:lnTo>
                  <a:close/>
                </a:path>
              </a:pathLst>
            </a:custGeom>
            <a:solidFill>
              <a:schemeClr val="bg1"/>
            </a:solidFill>
            <a:ln w="75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7" name="Freihandform: Form 16">
              <a:extLst>
                <a:ext uri="{FF2B5EF4-FFF2-40B4-BE49-F238E27FC236}">
                  <a16:creationId xmlns:a16="http://schemas.microsoft.com/office/drawing/2014/main" id="{A294784D-5109-4433-8699-494DA2854585}"/>
                </a:ext>
              </a:extLst>
            </p:cNvPr>
            <p:cNvSpPr/>
            <p:nvPr/>
          </p:nvSpPr>
          <p:spPr bwMode="black">
            <a:xfrm>
              <a:off x="9234141" y="5274076"/>
              <a:ext cx="241158" cy="336007"/>
            </a:xfrm>
            <a:custGeom>
              <a:avLst/>
              <a:gdLst>
                <a:gd name="connsiteX0" fmla="*/ 231719 w 241158"/>
                <a:gd name="connsiteY0" fmla="*/ 80310 h 336007"/>
                <a:gd name="connsiteX1" fmla="*/ 163817 w 241158"/>
                <a:gd name="connsiteY1" fmla="*/ 68815 h 336007"/>
                <a:gd name="connsiteX2" fmla="*/ 81909 w 241158"/>
                <a:gd name="connsiteY2" fmla="*/ 166710 h 336007"/>
                <a:gd name="connsiteX3" fmla="*/ 164807 w 241158"/>
                <a:gd name="connsiteY3" fmla="*/ 268563 h 336007"/>
                <a:gd name="connsiteX4" fmla="*/ 232709 w 241158"/>
                <a:gd name="connsiteY4" fmla="*/ 255089 h 336007"/>
                <a:gd name="connsiteX5" fmla="*/ 241158 w 241158"/>
                <a:gd name="connsiteY5" fmla="*/ 317510 h 336007"/>
                <a:gd name="connsiteX6" fmla="*/ 154302 w 241158"/>
                <a:gd name="connsiteY6" fmla="*/ 336008 h 336007"/>
                <a:gd name="connsiteX7" fmla="*/ 0 w 241158"/>
                <a:gd name="connsiteY7" fmla="*/ 166253 h 336007"/>
                <a:gd name="connsiteX8" fmla="*/ 159783 w 241158"/>
                <a:gd name="connsiteY8" fmla="*/ 0 h 336007"/>
                <a:gd name="connsiteX9" fmla="*/ 240169 w 241158"/>
                <a:gd name="connsiteY9" fmla="*/ 14007 h 336007"/>
                <a:gd name="connsiteX10" fmla="*/ 231719 w 241158"/>
                <a:gd name="connsiteY10" fmla="*/ 80386 h 336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1158" h="336007">
                  <a:moveTo>
                    <a:pt x="231719" y="80310"/>
                  </a:moveTo>
                  <a:cubicBezTo>
                    <a:pt x="213754" y="73307"/>
                    <a:pt x="190232" y="68815"/>
                    <a:pt x="163817" y="68815"/>
                  </a:cubicBezTo>
                  <a:cubicBezTo>
                    <a:pt x="101929" y="68815"/>
                    <a:pt x="81909" y="92794"/>
                    <a:pt x="81909" y="166710"/>
                  </a:cubicBezTo>
                  <a:cubicBezTo>
                    <a:pt x="81909" y="244584"/>
                    <a:pt x="102842" y="268563"/>
                    <a:pt x="164807" y="268563"/>
                  </a:cubicBezTo>
                  <a:cubicBezTo>
                    <a:pt x="190765" y="268563"/>
                    <a:pt x="213754" y="263082"/>
                    <a:pt x="232709" y="255089"/>
                  </a:cubicBezTo>
                  <a:lnTo>
                    <a:pt x="241158" y="317510"/>
                  </a:lnTo>
                  <a:cubicBezTo>
                    <a:pt x="217180" y="328472"/>
                    <a:pt x="184751" y="336008"/>
                    <a:pt x="154302" y="336008"/>
                  </a:cubicBezTo>
                  <a:cubicBezTo>
                    <a:pt x="50926" y="336008"/>
                    <a:pt x="0" y="280057"/>
                    <a:pt x="0" y="166253"/>
                  </a:cubicBezTo>
                  <a:cubicBezTo>
                    <a:pt x="0" y="59376"/>
                    <a:pt x="48947" y="0"/>
                    <a:pt x="159783" y="0"/>
                  </a:cubicBezTo>
                  <a:cubicBezTo>
                    <a:pt x="187720" y="0"/>
                    <a:pt x="219235" y="6470"/>
                    <a:pt x="240169" y="14007"/>
                  </a:cubicBezTo>
                  <a:lnTo>
                    <a:pt x="231719" y="80386"/>
                  </a:lnTo>
                  <a:close/>
                </a:path>
              </a:pathLst>
            </a:custGeom>
            <a:solidFill>
              <a:schemeClr val="bg1"/>
            </a:solidFill>
            <a:ln w="75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8" name="Freihandform: Form 17">
              <a:extLst>
                <a:ext uri="{FF2B5EF4-FFF2-40B4-BE49-F238E27FC236}">
                  <a16:creationId xmlns:a16="http://schemas.microsoft.com/office/drawing/2014/main" id="{183612A5-D1B5-4955-2831-76FBC99F8758}"/>
                </a:ext>
              </a:extLst>
            </p:cNvPr>
            <p:cNvSpPr/>
            <p:nvPr/>
          </p:nvSpPr>
          <p:spPr bwMode="black">
            <a:xfrm>
              <a:off x="9513285" y="5274609"/>
              <a:ext cx="233698" cy="335627"/>
            </a:xfrm>
            <a:custGeom>
              <a:avLst/>
              <a:gdLst>
                <a:gd name="connsiteX0" fmla="*/ 106877 w 233698"/>
                <a:gd name="connsiteY0" fmla="*/ 335475 h 335627"/>
                <a:gd name="connsiteX1" fmla="*/ 0 w 233698"/>
                <a:gd name="connsiteY1" fmla="*/ 311040 h 335627"/>
                <a:gd name="connsiteX2" fmla="*/ 9972 w 233698"/>
                <a:gd name="connsiteY2" fmla="*/ 244660 h 335627"/>
                <a:gd name="connsiteX3" fmla="*/ 106344 w 233698"/>
                <a:gd name="connsiteY3" fmla="*/ 269629 h 335627"/>
                <a:gd name="connsiteX4" fmla="*/ 158793 w 233698"/>
                <a:gd name="connsiteY4" fmla="*/ 236667 h 335627"/>
                <a:gd name="connsiteX5" fmla="*/ 1446 w 233698"/>
                <a:gd name="connsiteY5" fmla="*/ 100863 h 335627"/>
                <a:gd name="connsiteX6" fmla="*/ 125299 w 233698"/>
                <a:gd name="connsiteY6" fmla="*/ 0 h 335627"/>
                <a:gd name="connsiteX7" fmla="*/ 222204 w 233698"/>
                <a:gd name="connsiteY7" fmla="*/ 17508 h 335627"/>
                <a:gd name="connsiteX8" fmla="*/ 213221 w 233698"/>
                <a:gd name="connsiteY8" fmla="*/ 81909 h 335627"/>
                <a:gd name="connsiteX9" fmla="*/ 128801 w 233698"/>
                <a:gd name="connsiteY9" fmla="*/ 67445 h 335627"/>
                <a:gd name="connsiteX10" fmla="*/ 76352 w 233698"/>
                <a:gd name="connsiteY10" fmla="*/ 96905 h 335627"/>
                <a:gd name="connsiteX11" fmla="*/ 233698 w 233698"/>
                <a:gd name="connsiteY11" fmla="*/ 231262 h 335627"/>
                <a:gd name="connsiteX12" fmla="*/ 106877 w 233698"/>
                <a:gd name="connsiteY12" fmla="*/ 335627 h 33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3698" h="335627">
                  <a:moveTo>
                    <a:pt x="106877" y="335475"/>
                  </a:moveTo>
                  <a:cubicBezTo>
                    <a:pt x="66456" y="335475"/>
                    <a:pt x="29993" y="326493"/>
                    <a:pt x="0" y="311040"/>
                  </a:cubicBezTo>
                  <a:lnTo>
                    <a:pt x="9972" y="244660"/>
                  </a:lnTo>
                  <a:cubicBezTo>
                    <a:pt x="40421" y="260646"/>
                    <a:pt x="71860" y="269629"/>
                    <a:pt x="106344" y="269629"/>
                  </a:cubicBezTo>
                  <a:cubicBezTo>
                    <a:pt x="142807" y="269629"/>
                    <a:pt x="158793" y="257144"/>
                    <a:pt x="158793" y="236667"/>
                  </a:cubicBezTo>
                  <a:cubicBezTo>
                    <a:pt x="158793" y="188253"/>
                    <a:pt x="1446" y="212155"/>
                    <a:pt x="1446" y="100863"/>
                  </a:cubicBezTo>
                  <a:cubicBezTo>
                    <a:pt x="1446" y="45902"/>
                    <a:pt x="37909" y="0"/>
                    <a:pt x="125299" y="0"/>
                  </a:cubicBezTo>
                  <a:cubicBezTo>
                    <a:pt x="158793" y="0"/>
                    <a:pt x="195256" y="6014"/>
                    <a:pt x="222204" y="17508"/>
                  </a:cubicBezTo>
                  <a:lnTo>
                    <a:pt x="213221" y="81909"/>
                  </a:lnTo>
                  <a:cubicBezTo>
                    <a:pt x="183305" y="72926"/>
                    <a:pt x="155291" y="67445"/>
                    <a:pt x="128801" y="67445"/>
                  </a:cubicBezTo>
                  <a:cubicBezTo>
                    <a:pt x="87389" y="67445"/>
                    <a:pt x="76352" y="80919"/>
                    <a:pt x="76352" y="96905"/>
                  </a:cubicBezTo>
                  <a:cubicBezTo>
                    <a:pt x="76352" y="144863"/>
                    <a:pt x="233698" y="118905"/>
                    <a:pt x="233698" y="231262"/>
                  </a:cubicBezTo>
                  <a:cubicBezTo>
                    <a:pt x="233698" y="295206"/>
                    <a:pt x="186274" y="335627"/>
                    <a:pt x="106877" y="335627"/>
                  </a:cubicBezTo>
                </a:path>
              </a:pathLst>
            </a:custGeom>
            <a:solidFill>
              <a:schemeClr val="bg1"/>
            </a:solidFill>
            <a:ln w="75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2BDA98AB-498B-0069-18D1-8003B44463A3}"/>
                </a:ext>
              </a:extLst>
            </p:cNvPr>
            <p:cNvSpPr/>
            <p:nvPr/>
          </p:nvSpPr>
          <p:spPr bwMode="black">
            <a:xfrm>
              <a:off x="9778955" y="5274990"/>
              <a:ext cx="304112" cy="335094"/>
            </a:xfrm>
            <a:custGeom>
              <a:avLst/>
              <a:gdLst>
                <a:gd name="connsiteX0" fmla="*/ 152323 w 304112"/>
                <a:gd name="connsiteY0" fmla="*/ 335094 h 335094"/>
                <a:gd name="connsiteX1" fmla="*/ 0 w 304112"/>
                <a:gd name="connsiteY1" fmla="*/ 167319 h 335094"/>
                <a:gd name="connsiteX2" fmla="*/ 152323 w 304112"/>
                <a:gd name="connsiteY2" fmla="*/ 0 h 335094"/>
                <a:gd name="connsiteX3" fmla="*/ 304112 w 304112"/>
                <a:gd name="connsiteY3" fmla="*/ 167319 h 335094"/>
                <a:gd name="connsiteX4" fmla="*/ 152323 w 304112"/>
                <a:gd name="connsiteY4" fmla="*/ 335094 h 335094"/>
                <a:gd name="connsiteX5" fmla="*/ 152323 w 304112"/>
                <a:gd name="connsiteY5" fmla="*/ 67902 h 335094"/>
                <a:gd name="connsiteX6" fmla="*/ 81909 w 304112"/>
                <a:gd name="connsiteY6" fmla="*/ 167319 h 335094"/>
                <a:gd name="connsiteX7" fmla="*/ 152323 w 304112"/>
                <a:gd name="connsiteY7" fmla="*/ 266660 h 335094"/>
                <a:gd name="connsiteX8" fmla="*/ 221747 w 304112"/>
                <a:gd name="connsiteY8" fmla="*/ 167319 h 335094"/>
                <a:gd name="connsiteX9" fmla="*/ 152323 w 304112"/>
                <a:gd name="connsiteY9" fmla="*/ 67902 h 335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4112" h="335094">
                  <a:moveTo>
                    <a:pt x="152323" y="335094"/>
                  </a:moveTo>
                  <a:cubicBezTo>
                    <a:pt x="45446" y="335094"/>
                    <a:pt x="0" y="279677"/>
                    <a:pt x="0" y="167319"/>
                  </a:cubicBezTo>
                  <a:cubicBezTo>
                    <a:pt x="0" y="54961"/>
                    <a:pt x="44456" y="0"/>
                    <a:pt x="152323" y="0"/>
                  </a:cubicBezTo>
                  <a:cubicBezTo>
                    <a:pt x="260189" y="0"/>
                    <a:pt x="304112" y="54428"/>
                    <a:pt x="304112" y="167319"/>
                  </a:cubicBezTo>
                  <a:cubicBezTo>
                    <a:pt x="304112" y="280210"/>
                    <a:pt x="260189" y="335094"/>
                    <a:pt x="152323" y="335094"/>
                  </a:cubicBezTo>
                  <a:moveTo>
                    <a:pt x="152323" y="67902"/>
                  </a:moveTo>
                  <a:cubicBezTo>
                    <a:pt x="100407" y="67902"/>
                    <a:pt x="81909" y="88912"/>
                    <a:pt x="81909" y="167319"/>
                  </a:cubicBezTo>
                  <a:cubicBezTo>
                    <a:pt x="81909" y="245726"/>
                    <a:pt x="100407" y="266660"/>
                    <a:pt x="152323" y="266660"/>
                  </a:cubicBezTo>
                  <a:cubicBezTo>
                    <a:pt x="204239" y="266660"/>
                    <a:pt x="221747" y="244660"/>
                    <a:pt x="221747" y="167319"/>
                  </a:cubicBezTo>
                  <a:cubicBezTo>
                    <a:pt x="221747" y="89978"/>
                    <a:pt x="204771" y="67902"/>
                    <a:pt x="152323" y="67902"/>
                  </a:cubicBezTo>
                </a:path>
              </a:pathLst>
            </a:custGeom>
            <a:solidFill>
              <a:schemeClr val="bg1"/>
            </a:solidFill>
            <a:ln w="75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57A178F5-CEB5-3259-2539-84DA5748DAE3}"/>
                </a:ext>
              </a:extLst>
            </p:cNvPr>
            <p:cNvSpPr/>
            <p:nvPr/>
          </p:nvSpPr>
          <p:spPr bwMode="black">
            <a:xfrm>
              <a:off x="8109877" y="5280242"/>
              <a:ext cx="439535" cy="64780"/>
            </a:xfrm>
            <a:custGeom>
              <a:avLst/>
              <a:gdLst>
                <a:gd name="connsiteX0" fmla="*/ 417917 w 439535"/>
                <a:gd name="connsiteY0" fmla="*/ 64781 h 64780"/>
                <a:gd name="connsiteX1" fmla="*/ 0 w 439535"/>
                <a:gd name="connsiteY1" fmla="*/ 64781 h 64780"/>
                <a:gd name="connsiteX2" fmla="*/ 21619 w 439535"/>
                <a:gd name="connsiteY2" fmla="*/ 0 h 64780"/>
                <a:gd name="connsiteX3" fmla="*/ 439536 w 439535"/>
                <a:gd name="connsiteY3" fmla="*/ 0 h 64780"/>
                <a:gd name="connsiteX4" fmla="*/ 417917 w 439535"/>
                <a:gd name="connsiteY4" fmla="*/ 64781 h 64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535" h="64780">
                  <a:moveTo>
                    <a:pt x="417917" y="64781"/>
                  </a:moveTo>
                  <a:lnTo>
                    <a:pt x="0" y="64781"/>
                  </a:lnTo>
                  <a:lnTo>
                    <a:pt x="21619" y="0"/>
                  </a:lnTo>
                  <a:lnTo>
                    <a:pt x="439536" y="0"/>
                  </a:lnTo>
                  <a:lnTo>
                    <a:pt x="417917" y="64781"/>
                  </a:lnTo>
                  <a:close/>
                </a:path>
              </a:pathLst>
            </a:custGeom>
            <a:solidFill>
              <a:schemeClr val="bg1"/>
            </a:solidFill>
            <a:ln w="75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87C0E02D-96C2-D538-6A00-314B6B60DEFC}"/>
                </a:ext>
              </a:extLst>
            </p:cNvPr>
            <p:cNvSpPr/>
            <p:nvPr/>
          </p:nvSpPr>
          <p:spPr bwMode="black">
            <a:xfrm>
              <a:off x="8066182" y="5409728"/>
              <a:ext cx="439611" cy="64704"/>
            </a:xfrm>
            <a:custGeom>
              <a:avLst/>
              <a:gdLst>
                <a:gd name="connsiteX0" fmla="*/ 417993 w 439611"/>
                <a:gd name="connsiteY0" fmla="*/ 64705 h 64704"/>
                <a:gd name="connsiteX1" fmla="*/ 0 w 439611"/>
                <a:gd name="connsiteY1" fmla="*/ 64705 h 64704"/>
                <a:gd name="connsiteX2" fmla="*/ 21695 w 439611"/>
                <a:gd name="connsiteY2" fmla="*/ 0 h 64704"/>
                <a:gd name="connsiteX3" fmla="*/ 439612 w 439611"/>
                <a:gd name="connsiteY3" fmla="*/ 0 h 64704"/>
                <a:gd name="connsiteX4" fmla="*/ 417993 w 439611"/>
                <a:gd name="connsiteY4" fmla="*/ 64705 h 64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611" h="64704">
                  <a:moveTo>
                    <a:pt x="417993" y="64705"/>
                  </a:moveTo>
                  <a:lnTo>
                    <a:pt x="0" y="64705"/>
                  </a:lnTo>
                  <a:lnTo>
                    <a:pt x="21695" y="0"/>
                  </a:lnTo>
                  <a:lnTo>
                    <a:pt x="439612" y="0"/>
                  </a:lnTo>
                  <a:lnTo>
                    <a:pt x="417993" y="64705"/>
                  </a:lnTo>
                  <a:close/>
                </a:path>
              </a:pathLst>
            </a:custGeom>
            <a:solidFill>
              <a:schemeClr val="bg1"/>
            </a:solidFill>
            <a:ln w="75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7522B0AD-F50D-8E55-A146-43F869FF21D9}"/>
                </a:ext>
              </a:extLst>
            </p:cNvPr>
            <p:cNvSpPr/>
            <p:nvPr/>
          </p:nvSpPr>
          <p:spPr bwMode="black">
            <a:xfrm>
              <a:off x="8022563" y="5539213"/>
              <a:ext cx="439611" cy="64704"/>
            </a:xfrm>
            <a:custGeom>
              <a:avLst/>
              <a:gdLst>
                <a:gd name="connsiteX0" fmla="*/ 417917 w 439611"/>
                <a:gd name="connsiteY0" fmla="*/ 64705 h 64704"/>
                <a:gd name="connsiteX1" fmla="*/ 0 w 439611"/>
                <a:gd name="connsiteY1" fmla="*/ 64705 h 64704"/>
                <a:gd name="connsiteX2" fmla="*/ 21695 w 439611"/>
                <a:gd name="connsiteY2" fmla="*/ 0 h 64704"/>
                <a:gd name="connsiteX3" fmla="*/ 439612 w 439611"/>
                <a:gd name="connsiteY3" fmla="*/ 0 h 64704"/>
                <a:gd name="connsiteX4" fmla="*/ 417917 w 439611"/>
                <a:gd name="connsiteY4" fmla="*/ 64705 h 64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9611" h="64704">
                  <a:moveTo>
                    <a:pt x="417917" y="64705"/>
                  </a:moveTo>
                  <a:lnTo>
                    <a:pt x="0" y="64705"/>
                  </a:lnTo>
                  <a:lnTo>
                    <a:pt x="21695" y="0"/>
                  </a:lnTo>
                  <a:lnTo>
                    <a:pt x="439612" y="0"/>
                  </a:lnTo>
                  <a:lnTo>
                    <a:pt x="417917" y="64705"/>
                  </a:lnTo>
                  <a:close/>
                </a:path>
              </a:pathLst>
            </a:custGeom>
            <a:solidFill>
              <a:schemeClr val="bg1"/>
            </a:solidFill>
            <a:ln w="759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de-DE"/>
            </a:p>
          </p:txBody>
        </p:sp>
      </p:grpSp>
      <p:sp>
        <p:nvSpPr>
          <p:cNvPr id="3" name="Textfeld 2">
            <a:extLst>
              <a:ext uri="{FF2B5EF4-FFF2-40B4-BE49-F238E27FC236}">
                <a16:creationId xmlns:a16="http://schemas.microsoft.com/office/drawing/2014/main" id="{4730C8E6-C12C-34F9-BB33-B1A08B0CFE36}"/>
              </a:ext>
            </a:extLst>
          </p:cNvPr>
          <p:cNvSpPr txBox="1"/>
          <p:nvPr userDrawn="1"/>
        </p:nvSpPr>
        <p:spPr bwMode="invGray">
          <a:xfrm>
            <a:off x="521494" y="2247714"/>
            <a:ext cx="8101013" cy="64807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</a:pPr>
            <a:r>
              <a:rPr kumimoji="0" lang="de-DE" sz="7200" b="0" i="0" u="none" strike="noStrike" kern="1200" cap="none" spc="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Inhalte</a:t>
            </a:r>
          </a:p>
        </p:txBody>
      </p:sp>
    </p:spTree>
    <p:extLst>
      <p:ext uri="{BB962C8B-B14F-4D97-AF65-F5344CB8AC3E}">
        <p14:creationId xmlns:p14="http://schemas.microsoft.com/office/powerpoint/2010/main" val="28502928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B41DD56-330B-3E63-48C1-14AE1A2A6A3A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6FBB1B2C-253B-8F41-A223-69ECFF10CFBD}" type="datetime1">
              <a:rPr lang="en-US" smtClean="0"/>
              <a:t>8/29/2026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BF1DC3-5146-4E5D-16FA-A82C5C9FE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BEB38C5-140B-ECA7-DC99-D0F1102B5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DEB60036-047F-0112-EEFF-065AED57177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08373AFB-1572-641E-8D89-ADCC585BE927}"/>
              </a:ext>
            </a:extLst>
          </p:cNvPr>
          <p:cNvSpPr>
            <a:spLocks noGrp="1"/>
          </p:cNvSpPr>
          <p:nvPr>
            <p:ph sz="quarter" idx="13"/>
          </p:nvPr>
        </p:nvSpPr>
        <p:spPr bwMode="gray">
          <a:xfrm>
            <a:off x="521494" y="844154"/>
            <a:ext cx="8101013" cy="388739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324778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3B5843-6B3D-3E91-C918-15D7C3C8A421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1494" y="844153"/>
            <a:ext cx="3834000" cy="3887390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A1B1713-46D5-F6C1-A063-CFD85B69D632}"/>
              </a:ext>
            </a:extLst>
          </p:cNvPr>
          <p:cNvSpPr>
            <a:spLocks noGrp="1"/>
          </p:cNvSpPr>
          <p:nvPr>
            <p:ph idx="14"/>
          </p:nvPr>
        </p:nvSpPr>
        <p:spPr bwMode="gray">
          <a:xfrm>
            <a:off x="4788507" y="844152"/>
            <a:ext cx="3834000" cy="3887390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173AA01-B852-E797-2525-B906EED15257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fld id="{C3D9B2E0-24E6-5A4F-A33F-71962ABC70C4}" type="datetime1">
              <a:rPr lang="en-US" smtClean="0"/>
              <a:t>8/29/2026</a:t>
            </a:fld>
            <a:endParaRPr lang="de-DE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945C025-ECDE-D62B-F6BE-57AB8262E24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>
          <a:xfrm>
            <a:off x="3222507" y="4873500"/>
            <a:ext cx="5400000" cy="135000"/>
          </a:xfrm>
        </p:spPr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92C593A5-A9D0-E899-5934-49191EBC0A3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8A878965-EAAE-B139-404A-BF149648F4E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042696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3B5843-6B3D-3E91-C918-15D7C3C8A421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1100" y="844153"/>
            <a:ext cx="2511000" cy="388739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defRPr lang="de-DE" dirty="0"/>
            </a:lvl1pPr>
            <a:lvl2pPr>
              <a:spcBef>
                <a:spcPts val="0"/>
              </a:spcBef>
              <a:defRPr lang="de-DE" dirty="0"/>
            </a:lvl2pPr>
            <a:lvl3pPr>
              <a:spcBef>
                <a:spcPts val="0"/>
              </a:spcBef>
              <a:defRPr lang="de-DE" dirty="0"/>
            </a:lvl3pPr>
            <a:lvl4pPr>
              <a:spcBef>
                <a:spcPts val="0"/>
              </a:spcBef>
              <a:defRPr lang="de-DE" dirty="0"/>
            </a:lvl4pPr>
            <a:lvl5pPr>
              <a:spcBef>
                <a:spcPts val="0"/>
              </a:spcBef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A1B1713-46D5-F6C1-A063-CFD85B69D632}"/>
              </a:ext>
            </a:extLst>
          </p:cNvPr>
          <p:cNvSpPr>
            <a:spLocks noGrp="1"/>
          </p:cNvSpPr>
          <p:nvPr>
            <p:ph idx="14"/>
          </p:nvPr>
        </p:nvSpPr>
        <p:spPr bwMode="gray">
          <a:xfrm>
            <a:off x="3312697" y="844153"/>
            <a:ext cx="2511000" cy="388739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defRPr lang="de-DE" dirty="0"/>
            </a:lvl1pPr>
            <a:lvl2pPr>
              <a:spcBef>
                <a:spcPts val="0"/>
              </a:spcBef>
              <a:defRPr lang="de-DE" dirty="0"/>
            </a:lvl2pPr>
            <a:lvl3pPr>
              <a:spcBef>
                <a:spcPts val="0"/>
              </a:spcBef>
              <a:defRPr lang="de-DE" dirty="0"/>
            </a:lvl3pPr>
            <a:lvl4pPr>
              <a:spcBef>
                <a:spcPts val="0"/>
              </a:spcBef>
              <a:defRPr lang="de-DE" dirty="0"/>
            </a:lvl4pPr>
            <a:lvl5pPr>
              <a:spcBef>
                <a:spcPts val="0"/>
              </a:spcBef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A1E2E4BA-7E19-41E1-264B-635451E62271}"/>
              </a:ext>
            </a:extLst>
          </p:cNvPr>
          <p:cNvSpPr>
            <a:spLocks noGrp="1"/>
          </p:cNvSpPr>
          <p:nvPr>
            <p:ph idx="15"/>
          </p:nvPr>
        </p:nvSpPr>
        <p:spPr bwMode="gray">
          <a:xfrm>
            <a:off x="6104294" y="844153"/>
            <a:ext cx="2511000" cy="388739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defRPr lang="de-DE" dirty="0"/>
            </a:lvl1pPr>
            <a:lvl2pPr>
              <a:spcBef>
                <a:spcPts val="0"/>
              </a:spcBef>
              <a:defRPr lang="de-DE" dirty="0"/>
            </a:lvl2pPr>
            <a:lvl3pPr>
              <a:spcBef>
                <a:spcPts val="0"/>
              </a:spcBef>
              <a:defRPr lang="de-DE" dirty="0"/>
            </a:lvl3pPr>
            <a:lvl4pPr>
              <a:spcBef>
                <a:spcPts val="0"/>
              </a:spcBef>
              <a:defRPr lang="de-DE" dirty="0"/>
            </a:lvl4pPr>
            <a:lvl5pPr>
              <a:spcBef>
                <a:spcPts val="0"/>
              </a:spcBef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CD8D036-1CCD-CACD-301C-D9B224A10611}"/>
              </a:ext>
            </a:extLst>
          </p:cNvPr>
          <p:cNvSpPr>
            <a:spLocks noGrp="1"/>
          </p:cNvSpPr>
          <p:nvPr>
            <p:ph type="dt" sz="half" idx="16"/>
          </p:nvPr>
        </p:nvSpPr>
        <p:spPr bwMode="gray"/>
        <p:txBody>
          <a:bodyPr/>
          <a:lstStyle/>
          <a:p>
            <a:fld id="{5A046FED-D17D-A94F-85BA-66CA94BDA83E}" type="datetime1">
              <a:rPr lang="en-US" smtClean="0"/>
              <a:t>8/29/2026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F10AD9-1F7D-D67A-A400-C3C9EB36D52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C806DF81-91A7-C3A9-5F3C-1363F5CD4A2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8D1467F6-5F14-D3FB-96EC-571B5CD9CC7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3740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3B5843-6B3D-3E91-C918-15D7C3C8A421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1100" y="843558"/>
            <a:ext cx="1836000" cy="3887986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defRPr lang="de-DE" dirty="0"/>
            </a:lvl1pPr>
            <a:lvl2pPr>
              <a:spcBef>
                <a:spcPts val="0"/>
              </a:spcBef>
              <a:defRPr lang="de-DE" dirty="0"/>
            </a:lvl2pPr>
            <a:lvl3pPr>
              <a:spcBef>
                <a:spcPts val="0"/>
              </a:spcBef>
              <a:defRPr lang="de-DE" dirty="0"/>
            </a:lvl3pPr>
            <a:lvl4pPr>
              <a:spcBef>
                <a:spcPts val="0"/>
              </a:spcBef>
              <a:defRPr lang="de-DE" dirty="0"/>
            </a:lvl4pPr>
            <a:lvl5pPr>
              <a:spcBef>
                <a:spcPts val="0"/>
              </a:spcBef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A1B1713-46D5-F6C1-A063-CFD85B69D632}"/>
              </a:ext>
            </a:extLst>
          </p:cNvPr>
          <p:cNvSpPr>
            <a:spLocks noGrp="1"/>
          </p:cNvSpPr>
          <p:nvPr>
            <p:ph idx="14"/>
          </p:nvPr>
        </p:nvSpPr>
        <p:spPr bwMode="gray">
          <a:xfrm>
            <a:off x="2609569" y="843558"/>
            <a:ext cx="1836000" cy="3887986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defRPr lang="de-DE" dirty="0"/>
            </a:lvl1pPr>
            <a:lvl2pPr>
              <a:spcBef>
                <a:spcPts val="0"/>
              </a:spcBef>
              <a:defRPr lang="de-DE" dirty="0"/>
            </a:lvl2pPr>
            <a:lvl3pPr>
              <a:spcBef>
                <a:spcPts val="0"/>
              </a:spcBef>
              <a:defRPr lang="de-DE" dirty="0"/>
            </a:lvl3pPr>
            <a:lvl4pPr>
              <a:spcBef>
                <a:spcPts val="0"/>
              </a:spcBef>
              <a:defRPr lang="de-DE" dirty="0"/>
            </a:lvl4pPr>
            <a:lvl5pPr>
              <a:spcBef>
                <a:spcPts val="0"/>
              </a:spcBef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A1E2E4BA-7E19-41E1-264B-635451E62271}"/>
              </a:ext>
            </a:extLst>
          </p:cNvPr>
          <p:cNvSpPr>
            <a:spLocks noGrp="1"/>
          </p:cNvSpPr>
          <p:nvPr>
            <p:ph idx="15"/>
          </p:nvPr>
        </p:nvSpPr>
        <p:spPr bwMode="gray">
          <a:xfrm>
            <a:off x="4698038" y="843558"/>
            <a:ext cx="1836000" cy="3887986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defRPr lang="de-DE" dirty="0"/>
            </a:lvl1pPr>
            <a:lvl2pPr>
              <a:spcBef>
                <a:spcPts val="0"/>
              </a:spcBef>
              <a:defRPr lang="de-DE" dirty="0"/>
            </a:lvl2pPr>
            <a:lvl3pPr>
              <a:spcBef>
                <a:spcPts val="0"/>
              </a:spcBef>
              <a:defRPr lang="de-DE" dirty="0"/>
            </a:lvl3pPr>
            <a:lvl4pPr>
              <a:spcBef>
                <a:spcPts val="0"/>
              </a:spcBef>
              <a:defRPr lang="de-DE" dirty="0"/>
            </a:lvl4pPr>
            <a:lvl5pPr>
              <a:spcBef>
                <a:spcPts val="0"/>
              </a:spcBef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B6363642-D872-D79C-689F-4BBBE9028A8E}"/>
              </a:ext>
            </a:extLst>
          </p:cNvPr>
          <p:cNvSpPr>
            <a:spLocks noGrp="1"/>
          </p:cNvSpPr>
          <p:nvPr>
            <p:ph idx="16"/>
          </p:nvPr>
        </p:nvSpPr>
        <p:spPr bwMode="gray">
          <a:xfrm>
            <a:off x="6786506" y="843558"/>
            <a:ext cx="1836000" cy="3887986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0"/>
              </a:spcBef>
              <a:defRPr lang="de-DE" dirty="0"/>
            </a:lvl1pPr>
            <a:lvl2pPr>
              <a:spcBef>
                <a:spcPts val="0"/>
              </a:spcBef>
              <a:defRPr lang="de-DE" dirty="0"/>
            </a:lvl2pPr>
            <a:lvl3pPr>
              <a:spcBef>
                <a:spcPts val="0"/>
              </a:spcBef>
              <a:defRPr lang="de-DE" dirty="0"/>
            </a:lvl3pPr>
            <a:lvl4pPr>
              <a:spcBef>
                <a:spcPts val="0"/>
              </a:spcBef>
              <a:defRPr lang="de-DE" dirty="0"/>
            </a:lvl4pPr>
            <a:lvl5pPr>
              <a:spcBef>
                <a:spcPts val="0"/>
              </a:spcBef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5F789A-ED59-BD2F-8AB0-9674C22A8473}"/>
              </a:ext>
            </a:extLst>
          </p:cNvPr>
          <p:cNvSpPr>
            <a:spLocks noGrp="1"/>
          </p:cNvSpPr>
          <p:nvPr>
            <p:ph type="dt" sz="half" idx="17"/>
          </p:nvPr>
        </p:nvSpPr>
        <p:spPr bwMode="gray"/>
        <p:txBody>
          <a:bodyPr/>
          <a:lstStyle/>
          <a:p>
            <a:fld id="{C412B39E-BCAF-6540-83EC-B9570619B578}" type="datetime1">
              <a:rPr lang="en-US" smtClean="0"/>
              <a:t>8/29/2026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7A44FB0-2C7B-332B-51C3-70E1247C8DE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F4980E9F-65A1-7FF0-5D22-133EC66E6F2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B62A939A-C798-3E20-62DB-89D99AFA2421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38178B-FE17-A0FB-BBB9-14A440686872}"/>
              </a:ext>
            </a:extLst>
          </p:cNvPr>
          <p:cNvSpPr txBox="1"/>
          <p:nvPr userDrawn="1"/>
        </p:nvSpPr>
        <p:spPr>
          <a:xfrm>
            <a:off x="8255643" y="48613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</a:pPr>
            <a:endParaRPr kumimoji="0" lang="en-DE" sz="1200" b="0" i="0" u="none" strike="noStrike" kern="1200" cap="none" spc="3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61125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072F470B-4E01-24DA-72AD-25D882ED164E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ED49D21-44B6-C8DB-310A-FB2DCE4BA69B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AE39017B-28FF-0D41-8DEA-C70B1BD71652}" type="datetime1">
              <a:rPr lang="en-US" smtClean="0"/>
              <a:t>8/29/2026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D497FF5-EA80-B7A3-DEE2-8DE3AAD8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4B10E1B-2F17-FDEF-1E83-F909E3CAB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23066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5305DBB-5EE3-F6D6-B37B-26F37E4A9DA8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7E3E47BC-D015-D24B-B45C-2778053214A8}" type="datetime1">
              <a:rPr lang="en-US" smtClean="0"/>
              <a:t>8/29/2026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DFBAFEE-AF3A-4378-4BAF-B1B0B09AD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6AE4E2C-1ABB-D4B8-1B1E-A5D88B7B3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477161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fe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44">
            <a:extLst>
              <a:ext uri="{FF2B5EF4-FFF2-40B4-BE49-F238E27FC236}">
                <a16:creationId xmlns:a16="http://schemas.microsoft.com/office/drawing/2014/main" id="{09E7AD6B-6F8C-55B8-4FD9-D853181B5B9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386100" y="1377000"/>
            <a:ext cx="8397000" cy="648305"/>
          </a:xfrm>
          <a:prstGeom prst="homePlate">
            <a:avLst>
              <a:gd name="adj" fmla="val 27729"/>
            </a:avLst>
          </a:prstGeom>
          <a:solidFill>
            <a:schemeClr val="accent1"/>
          </a:solidFill>
        </p:spPr>
        <p:txBody>
          <a:bodyPr lIns="180000" tIns="36000" rIns="72000" bIns="36000" anchor="ctr" anchorCtr="0"/>
          <a:lstStyle>
            <a:lvl2pPr>
              <a:buClr>
                <a:schemeClr val="bg1"/>
              </a:buClr>
              <a:defRPr/>
            </a:lvl2pPr>
            <a:lvl3pPr>
              <a:buClr>
                <a:schemeClr val="bg1"/>
              </a:buClr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3" name="Datumsplatzhalter 12">
            <a:extLst>
              <a:ext uri="{FF2B5EF4-FFF2-40B4-BE49-F238E27FC236}">
                <a16:creationId xmlns:a16="http://schemas.microsoft.com/office/drawing/2014/main" id="{770C9D0C-CF4A-6BAC-5827-CD0871338659}"/>
              </a:ext>
            </a:extLst>
          </p:cNvPr>
          <p:cNvSpPr>
            <a:spLocks noGrp="1"/>
          </p:cNvSpPr>
          <p:nvPr>
            <p:ph type="dt" sz="half" idx="21"/>
          </p:nvPr>
        </p:nvSpPr>
        <p:spPr bwMode="gray"/>
        <p:txBody>
          <a:bodyPr/>
          <a:lstStyle/>
          <a:p>
            <a:fld id="{E4CD19AF-48EB-9545-87E2-CEC059DB713A}" type="datetime1">
              <a:rPr lang="en-US" smtClean="0"/>
              <a:t>8/29/2026</a:t>
            </a:fld>
            <a:endParaRPr lang="de-DE"/>
          </a:p>
        </p:txBody>
      </p:sp>
      <p:sp>
        <p:nvSpPr>
          <p:cNvPr id="14" name="Fußzeilenplatzhalter 13">
            <a:extLst>
              <a:ext uri="{FF2B5EF4-FFF2-40B4-BE49-F238E27FC236}">
                <a16:creationId xmlns:a16="http://schemas.microsoft.com/office/drawing/2014/main" id="{D05FB3BB-B5F8-A767-2510-477D2EEE9A40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FA306356-6683-D3EE-F51B-1E89D6F956A9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16D3E6E-0EC6-45AA-E099-A93D1045E23E}"/>
              </a:ext>
            </a:extLst>
          </p:cNvPr>
          <p:cNvSpPr>
            <a:spLocks noGrp="1"/>
          </p:cNvSpPr>
          <p:nvPr>
            <p:ph idx="26"/>
          </p:nvPr>
        </p:nvSpPr>
        <p:spPr bwMode="gray">
          <a:xfrm>
            <a:off x="521494" y="2173805"/>
            <a:ext cx="8101013" cy="2557738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D67BE82-C7C6-0D89-3202-CB6631DADF9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0823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f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44">
            <a:extLst>
              <a:ext uri="{FF2B5EF4-FFF2-40B4-BE49-F238E27FC236}">
                <a16:creationId xmlns:a16="http://schemas.microsoft.com/office/drawing/2014/main" id="{874DC3BB-3743-8D94-5FD8-F275239D9AD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 bwMode="gray">
          <a:xfrm>
            <a:off x="386099" y="1377000"/>
            <a:ext cx="4185000" cy="648305"/>
          </a:xfrm>
          <a:prstGeom prst="homePlate">
            <a:avLst>
              <a:gd name="adj" fmla="val 27582"/>
            </a:avLst>
          </a:prstGeom>
          <a:solidFill>
            <a:schemeClr val="accent1"/>
          </a:solidFill>
        </p:spPr>
        <p:txBody>
          <a:bodyPr vert="horz" lIns="180000" tIns="36000" rIns="72000" bIns="36000" rtlCol="0" anchor="ctr" anchorCtr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12" name="Textplatzhalter 44">
            <a:extLst>
              <a:ext uri="{FF2B5EF4-FFF2-40B4-BE49-F238E27FC236}">
                <a16:creationId xmlns:a16="http://schemas.microsoft.com/office/drawing/2014/main" id="{6C8CB47E-C072-A7DB-5623-307BC54F587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>
            <a:off x="4526307" y="1377000"/>
            <a:ext cx="4266000" cy="648305"/>
          </a:xfrm>
          <a:prstGeom prst="chevron">
            <a:avLst>
              <a:gd name="adj" fmla="val 27660"/>
            </a:avLst>
          </a:prstGeom>
          <a:solidFill>
            <a:schemeClr val="tx2"/>
          </a:solidFill>
        </p:spPr>
        <p:txBody>
          <a:bodyPr lIns="108000" tIns="36000" rIns="72000" bIns="36000" anchor="ctr" anchorCtr="0"/>
          <a:lstStyle>
            <a:lvl1pPr>
              <a:defRPr lang="de-DE" sz="1200" kern="1200" spc="3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bg1"/>
              </a:buClr>
              <a:defRPr lang="de-DE" sz="1200" kern="1200" spc="3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Clr>
                <a:schemeClr val="bg1"/>
              </a:buClr>
              <a:defRPr lang="de-DE" sz="1200" kern="1200" spc="3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5FD4A8E9-38D1-6FDE-4D72-594E8B160006}"/>
              </a:ext>
            </a:extLst>
          </p:cNvPr>
          <p:cNvSpPr>
            <a:spLocks noGrp="1"/>
          </p:cNvSpPr>
          <p:nvPr>
            <p:ph type="dt" sz="half" idx="23"/>
          </p:nvPr>
        </p:nvSpPr>
        <p:spPr bwMode="gray"/>
        <p:txBody>
          <a:bodyPr/>
          <a:lstStyle/>
          <a:p>
            <a:fld id="{194CB295-5FD5-044F-BD87-16A4C60E25FD}" type="datetime1">
              <a:rPr lang="en-US" smtClean="0"/>
              <a:t>8/29/2026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DC05C723-5D57-5D60-A3D6-F4728D5A4F45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5B6DBC78-D663-78AF-DB33-F03E32540780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B15715-6881-DE46-F5CF-F95ED4560EB6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1494" y="2167263"/>
            <a:ext cx="3834000" cy="2564280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3DAE8AD4-4FB5-349A-710E-FCB7ECB81835}"/>
              </a:ext>
            </a:extLst>
          </p:cNvPr>
          <p:cNvSpPr>
            <a:spLocks noGrp="1"/>
          </p:cNvSpPr>
          <p:nvPr>
            <p:ph idx="14"/>
          </p:nvPr>
        </p:nvSpPr>
        <p:spPr bwMode="gray">
          <a:xfrm>
            <a:off x="4788507" y="2167262"/>
            <a:ext cx="3834000" cy="2564280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8F835E8-8B69-657E-2260-E0DA0625BEA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5446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  <p15:guide id="2" orient="horz" pos="709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f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44">
            <a:extLst>
              <a:ext uri="{FF2B5EF4-FFF2-40B4-BE49-F238E27FC236}">
                <a16:creationId xmlns:a16="http://schemas.microsoft.com/office/drawing/2014/main" id="{6274C1AA-31C5-62EE-52C1-434AB3088C3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gray">
          <a:xfrm>
            <a:off x="3044171" y="1377000"/>
            <a:ext cx="2835000" cy="648305"/>
          </a:xfrm>
          <a:prstGeom prst="chevron">
            <a:avLst>
              <a:gd name="adj" fmla="val 28650"/>
            </a:avLst>
          </a:prstGeom>
          <a:solidFill>
            <a:schemeClr val="accent1"/>
          </a:solidFill>
        </p:spPr>
        <p:txBody>
          <a:bodyPr lIns="108000" tIns="36000" rIns="72000" bIns="36000" anchor="ctr" anchorCtr="0"/>
          <a:lstStyle>
            <a:lvl2pPr marL="162000" indent="-162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bg1"/>
              </a:buClr>
              <a:buSzPct val="85000"/>
              <a:buFont typeface="Wingdings" panose="05000000000000000000" pitchFamily="2" charset="2"/>
              <a:buChar char="§"/>
              <a:defRPr lang="de-DE" sz="1200" kern="1200" spc="3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24000" indent="-16200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chemeClr val="bg1"/>
              </a:buClr>
              <a:buSzPct val="85000"/>
              <a:buFont typeface="Wingdings" panose="05000000000000000000" pitchFamily="2" charset="2"/>
              <a:buChar char="§"/>
              <a:defRPr lang="de-DE" sz="1200" kern="1200" spc="3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23" name="Textplatzhalter 44">
            <a:extLst>
              <a:ext uri="{FF2B5EF4-FFF2-40B4-BE49-F238E27FC236}">
                <a16:creationId xmlns:a16="http://schemas.microsoft.com/office/drawing/2014/main" id="{F982324C-19E4-693F-E655-E080687A9CB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5837242" y="1377000"/>
            <a:ext cx="2835000" cy="648305"/>
          </a:xfrm>
          <a:prstGeom prst="chevron">
            <a:avLst>
              <a:gd name="adj" fmla="val 28650"/>
            </a:avLst>
          </a:prstGeom>
          <a:solidFill>
            <a:schemeClr val="accent1"/>
          </a:solidFill>
        </p:spPr>
        <p:txBody>
          <a:bodyPr lIns="108000" tIns="36000" rIns="72000" bIns="36000" anchor="ctr" anchorCtr="0"/>
          <a:lstStyle>
            <a:lvl2pPr>
              <a:buClr>
                <a:schemeClr val="bg1"/>
              </a:buClr>
              <a:defRPr lang="de-DE" sz="1200" kern="1200" spc="3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Clr>
                <a:schemeClr val="bg1"/>
              </a:buClr>
              <a:defRPr lang="de-DE" sz="1200" kern="1200" spc="3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1F6572-329A-4E72-D77B-49C67A7FD14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1769E8CA-EADD-AF48-A386-8F007A366895}" type="datetime1">
              <a:rPr lang="en-US" smtClean="0"/>
              <a:t>8/29/2026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86717B-2EA4-4A72-A334-0F4C15DC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E4FAA3-E657-7565-2172-3ED52433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98D279D-9EEE-4375-932F-276CB614E9A4}" type="slidenum">
              <a:rPr lang="de-DE" smtClean="0"/>
              <a:t>‹#›</a:t>
            </a:fld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98BA70-4C05-069F-4BB1-34B7C00EC763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1100" y="2167261"/>
            <a:ext cx="2511000" cy="2564282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EB7BF805-7D0C-6732-A7F7-E470809978E9}"/>
              </a:ext>
            </a:extLst>
          </p:cNvPr>
          <p:cNvSpPr>
            <a:spLocks noGrp="1"/>
          </p:cNvSpPr>
          <p:nvPr>
            <p:ph idx="14"/>
          </p:nvPr>
        </p:nvSpPr>
        <p:spPr bwMode="gray">
          <a:xfrm>
            <a:off x="3312697" y="2167261"/>
            <a:ext cx="2511000" cy="2564282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F7AC5636-8052-CAA5-1FD3-0F610A906CA1}"/>
              </a:ext>
            </a:extLst>
          </p:cNvPr>
          <p:cNvSpPr>
            <a:spLocks noGrp="1"/>
          </p:cNvSpPr>
          <p:nvPr>
            <p:ph idx="15"/>
          </p:nvPr>
        </p:nvSpPr>
        <p:spPr bwMode="gray">
          <a:xfrm>
            <a:off x="6104294" y="2167261"/>
            <a:ext cx="2511000" cy="2564282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16C9C1F5-13FA-A276-2418-BF0227E36E7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16" name="Textplatzhalter 44">
            <a:extLst>
              <a:ext uri="{FF2B5EF4-FFF2-40B4-BE49-F238E27FC236}">
                <a16:creationId xmlns:a16="http://schemas.microsoft.com/office/drawing/2014/main" id="{58D1C784-2143-BDBB-AB76-D0C520171B9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>
            <a:off x="386100" y="1377000"/>
            <a:ext cx="2700000" cy="648305"/>
          </a:xfrm>
          <a:prstGeom prst="homePlate">
            <a:avLst>
              <a:gd name="adj" fmla="val 27582"/>
            </a:avLst>
          </a:prstGeom>
          <a:solidFill>
            <a:schemeClr val="accent1"/>
          </a:solidFill>
        </p:spPr>
        <p:txBody>
          <a:bodyPr lIns="180000" tIns="36000" rIns="72000" bIns="36000" anchor="ctr" anchorCtr="0"/>
          <a:lstStyle>
            <a:lvl2pPr>
              <a:buClr>
                <a:schemeClr val="bg1"/>
              </a:buClr>
              <a:defRPr/>
            </a:lvl2pPr>
            <a:lvl3pPr>
              <a:buClr>
                <a:schemeClr val="bg1"/>
              </a:buClr>
              <a:defRPr/>
            </a:lvl3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412390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fe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platzhalter 44">
            <a:extLst>
              <a:ext uri="{FF2B5EF4-FFF2-40B4-BE49-F238E27FC236}">
                <a16:creationId xmlns:a16="http://schemas.microsoft.com/office/drawing/2014/main" id="{F4316CE8-01E2-5EC7-2099-6A0B9B087AC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2345412" y="1377000"/>
            <a:ext cx="2160000" cy="648305"/>
          </a:xfrm>
          <a:prstGeom prst="chevron">
            <a:avLst>
              <a:gd name="adj" fmla="val 28650"/>
            </a:avLst>
          </a:prstGeom>
          <a:solidFill>
            <a:schemeClr val="accent1"/>
          </a:solidFill>
        </p:spPr>
        <p:txBody>
          <a:bodyPr lIns="108000" tIns="36000" rIns="72000" bIns="36000" anchor="ctr" anchorCtr="0"/>
          <a:lstStyle>
            <a:lvl2pPr>
              <a:buClr>
                <a:schemeClr val="bg1"/>
              </a:buClr>
              <a:defRPr lang="de-DE" sz="1200" kern="1200" spc="3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3" name="Textplatzhalter 44">
            <a:extLst>
              <a:ext uri="{FF2B5EF4-FFF2-40B4-BE49-F238E27FC236}">
                <a16:creationId xmlns:a16="http://schemas.microsoft.com/office/drawing/2014/main" id="{E05D7D5D-0425-41AD-3FC0-E8EF3834DAD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6534037" y="1377000"/>
            <a:ext cx="2160000" cy="648305"/>
          </a:xfrm>
          <a:prstGeom prst="chevron">
            <a:avLst>
              <a:gd name="adj" fmla="val 28650"/>
            </a:avLst>
          </a:prstGeom>
          <a:solidFill>
            <a:schemeClr val="accent1"/>
          </a:solidFill>
        </p:spPr>
        <p:txBody>
          <a:bodyPr vert="horz" lIns="108000" tIns="36000" rIns="72000" bIns="36000" rtlCol="0" anchor="ctr" anchorCtr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4" name="Textplatzhalter 44">
            <a:extLst>
              <a:ext uri="{FF2B5EF4-FFF2-40B4-BE49-F238E27FC236}">
                <a16:creationId xmlns:a16="http://schemas.microsoft.com/office/drawing/2014/main" id="{E277CE03-DF66-AF26-64D4-A7A4EAA5C13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>
            <a:off x="386100" y="1377000"/>
            <a:ext cx="2025000" cy="648305"/>
          </a:xfrm>
          <a:prstGeom prst="homePlate">
            <a:avLst>
              <a:gd name="adj" fmla="val 27582"/>
            </a:avLst>
          </a:prstGeom>
          <a:solidFill>
            <a:schemeClr val="accent1"/>
          </a:solidFill>
        </p:spPr>
        <p:txBody>
          <a:bodyPr lIns="180000" tIns="36000" rIns="72000" bIns="36000" anchor="ctr" anchorCtr="0"/>
          <a:lstStyle>
            <a:lvl2pPr>
              <a:buClr>
                <a:schemeClr val="bg1"/>
              </a:buClr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25" name="Textplatzhalter 44">
            <a:extLst>
              <a:ext uri="{FF2B5EF4-FFF2-40B4-BE49-F238E27FC236}">
                <a16:creationId xmlns:a16="http://schemas.microsoft.com/office/drawing/2014/main" id="{4191DEC3-7C50-3A43-42D0-235BCAF8B4A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4439724" y="1377000"/>
            <a:ext cx="2160000" cy="648305"/>
          </a:xfrm>
          <a:prstGeom prst="chevron">
            <a:avLst>
              <a:gd name="adj" fmla="val 28650"/>
            </a:avLst>
          </a:prstGeom>
          <a:solidFill>
            <a:schemeClr val="accent1"/>
          </a:solidFill>
        </p:spPr>
        <p:txBody>
          <a:bodyPr vert="horz" lIns="108000" tIns="36000" rIns="72000" bIns="36000" rtlCol="0" anchor="ctr" anchorCtr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1F6572-329A-4E72-D77B-49C67A7FD14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64CDCA99-AE52-6748-9C45-8DC64CB80788}" type="datetime1">
              <a:rPr lang="en-US" smtClean="0"/>
              <a:t>8/29/2026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86717B-2EA4-4A72-A334-0F4C15DC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E4FAA3-E657-7565-2172-3ED52433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98D279D-9EEE-4375-932F-276CB614E9A4}" type="slidenum">
              <a:rPr lang="de-DE" smtClean="0"/>
              <a:t>‹#›</a:t>
            </a:fld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41C867-F383-D07D-12E9-50A9EC831B58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1100" y="2167261"/>
            <a:ext cx="1836000" cy="2564282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5A78AB00-F348-1342-03AD-6B4B74B9252D}"/>
              </a:ext>
            </a:extLst>
          </p:cNvPr>
          <p:cNvSpPr>
            <a:spLocks noGrp="1"/>
          </p:cNvSpPr>
          <p:nvPr>
            <p:ph idx="14"/>
          </p:nvPr>
        </p:nvSpPr>
        <p:spPr bwMode="gray">
          <a:xfrm>
            <a:off x="2609569" y="2167261"/>
            <a:ext cx="1836000" cy="2564282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8" name="Inhaltsplatzhalter 2">
            <a:extLst>
              <a:ext uri="{FF2B5EF4-FFF2-40B4-BE49-F238E27FC236}">
                <a16:creationId xmlns:a16="http://schemas.microsoft.com/office/drawing/2014/main" id="{A6546200-3B31-4A94-B6D0-88D2388E9815}"/>
              </a:ext>
            </a:extLst>
          </p:cNvPr>
          <p:cNvSpPr>
            <a:spLocks noGrp="1"/>
          </p:cNvSpPr>
          <p:nvPr>
            <p:ph idx="15"/>
          </p:nvPr>
        </p:nvSpPr>
        <p:spPr bwMode="gray">
          <a:xfrm>
            <a:off x="4698038" y="2167261"/>
            <a:ext cx="1836000" cy="2564282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2CB22B8A-C690-8DE1-04F4-3E1892BD27FE}"/>
              </a:ext>
            </a:extLst>
          </p:cNvPr>
          <p:cNvSpPr>
            <a:spLocks noGrp="1"/>
          </p:cNvSpPr>
          <p:nvPr>
            <p:ph idx="24"/>
          </p:nvPr>
        </p:nvSpPr>
        <p:spPr bwMode="gray">
          <a:xfrm>
            <a:off x="6786506" y="2167261"/>
            <a:ext cx="1836000" cy="2564282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15700583-1B24-CFF7-B0E5-75A5517623A6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47119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Pfeil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platzhalter 44">
            <a:extLst>
              <a:ext uri="{FF2B5EF4-FFF2-40B4-BE49-F238E27FC236}">
                <a16:creationId xmlns:a16="http://schemas.microsoft.com/office/drawing/2014/main" id="{F93781B8-7167-04B1-9031-73FDA174BF9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>
            <a:off x="386100" y="1377000"/>
            <a:ext cx="2025000" cy="648305"/>
          </a:xfrm>
          <a:prstGeom prst="homePlate">
            <a:avLst>
              <a:gd name="adj" fmla="val 27582"/>
            </a:avLst>
          </a:prstGeom>
          <a:solidFill>
            <a:schemeClr val="accent1"/>
          </a:solidFill>
        </p:spPr>
        <p:txBody>
          <a:bodyPr vert="horz" lIns="180000" tIns="36000" rIns="72000" bIns="36000" rtlCol="0" anchor="ctr" anchorCtr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28BBD130-395B-D7DB-AB20-DB398C4B3FAF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2681287" y="1383505"/>
            <a:ext cx="5940000" cy="3348039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>
              <a:lnSpc>
                <a:spcPts val="1200"/>
              </a:lnSpc>
            </a:pPr>
            <a:r>
              <a:rPr lang="en-GB"/>
              <a:t>Click to edit Master text styles</a:t>
            </a:r>
          </a:p>
          <a:p>
            <a:pPr lvl="1">
              <a:lnSpc>
                <a:spcPts val="1200"/>
              </a:lnSpc>
            </a:pPr>
            <a:r>
              <a:rPr lang="en-GB"/>
              <a:t>Second level</a:t>
            </a:r>
          </a:p>
          <a:p>
            <a:pPr lvl="2">
              <a:lnSpc>
                <a:spcPts val="1200"/>
              </a:lnSpc>
            </a:pPr>
            <a:r>
              <a:rPr lang="en-GB"/>
              <a:t>Third level</a:t>
            </a:r>
          </a:p>
          <a:p>
            <a:pPr lvl="3">
              <a:lnSpc>
                <a:spcPts val="1200"/>
              </a:lnSpc>
            </a:pPr>
            <a:r>
              <a:rPr lang="en-GB"/>
              <a:t>Fourth level</a:t>
            </a:r>
          </a:p>
          <a:p>
            <a:pPr lvl="4">
              <a:lnSpc>
                <a:spcPts val="1200"/>
              </a:lnSpc>
            </a:pPr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1F6572-329A-4E72-D77B-49C67A7FD14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5274729-DE51-5B48-913C-BE1AE15A055C}" type="datetime1">
              <a:rPr lang="en-US" smtClean="0"/>
              <a:t>8/29/2026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86717B-2EA4-4A72-A334-0F4C15DC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E4FAA3-E657-7565-2172-3ED52433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98D279D-9EEE-4375-932F-276CB614E9A4}" type="slidenum">
              <a:rPr lang="de-DE" smtClean="0"/>
              <a:t>‹#›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15430AC5-E6DD-4296-41EE-279C99A411A7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70536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Pfeile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28BBD130-395B-D7DB-AB20-DB398C4B3FAF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2681287" y="1383505"/>
            <a:ext cx="5940000" cy="1619853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>
              <a:lnSpc>
                <a:spcPts val="1200"/>
              </a:lnSpc>
            </a:pPr>
            <a:r>
              <a:rPr lang="en-GB"/>
              <a:t>Click to edit Master text styles</a:t>
            </a:r>
          </a:p>
          <a:p>
            <a:pPr lvl="1">
              <a:lnSpc>
                <a:spcPts val="1200"/>
              </a:lnSpc>
            </a:pPr>
            <a:r>
              <a:rPr lang="en-GB"/>
              <a:t>Second level</a:t>
            </a:r>
          </a:p>
          <a:p>
            <a:pPr lvl="2">
              <a:lnSpc>
                <a:spcPts val="1200"/>
              </a:lnSpc>
            </a:pPr>
            <a:r>
              <a:rPr lang="en-GB"/>
              <a:t>Third level</a:t>
            </a:r>
          </a:p>
          <a:p>
            <a:pPr lvl="3">
              <a:lnSpc>
                <a:spcPts val="1200"/>
              </a:lnSpc>
            </a:pPr>
            <a:r>
              <a:rPr lang="en-GB"/>
              <a:t>Fourth level</a:t>
            </a:r>
          </a:p>
          <a:p>
            <a:pPr lvl="4">
              <a:lnSpc>
                <a:spcPts val="1200"/>
              </a:lnSpc>
            </a:pPr>
            <a:r>
              <a:rPr lang="en-GB"/>
              <a:t>Fifth level</a:t>
            </a:r>
            <a:endParaRPr lang="de-DE"/>
          </a:p>
        </p:txBody>
      </p:sp>
      <p:sp>
        <p:nvSpPr>
          <p:cNvPr id="21" name="Inhaltsplatzhalter 13">
            <a:extLst>
              <a:ext uri="{FF2B5EF4-FFF2-40B4-BE49-F238E27FC236}">
                <a16:creationId xmlns:a16="http://schemas.microsoft.com/office/drawing/2014/main" id="{B7E37DE7-AD16-C84B-C27C-05E00F14208B}"/>
              </a:ext>
            </a:extLst>
          </p:cNvPr>
          <p:cNvSpPr>
            <a:spLocks noGrp="1"/>
          </p:cNvSpPr>
          <p:nvPr>
            <p:ph sz="quarter" idx="15"/>
          </p:nvPr>
        </p:nvSpPr>
        <p:spPr bwMode="gray">
          <a:xfrm>
            <a:off x="2682507" y="3110500"/>
            <a:ext cx="5940000" cy="1619853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>
              <a:lnSpc>
                <a:spcPts val="1200"/>
              </a:lnSpc>
            </a:pPr>
            <a:r>
              <a:rPr lang="en-GB"/>
              <a:t>Click to edit Master text styles</a:t>
            </a:r>
          </a:p>
          <a:p>
            <a:pPr lvl="1">
              <a:lnSpc>
                <a:spcPts val="1200"/>
              </a:lnSpc>
            </a:pPr>
            <a:r>
              <a:rPr lang="en-GB"/>
              <a:t>Second level</a:t>
            </a:r>
          </a:p>
          <a:p>
            <a:pPr lvl="2">
              <a:lnSpc>
                <a:spcPts val="1200"/>
              </a:lnSpc>
            </a:pPr>
            <a:r>
              <a:rPr lang="en-GB"/>
              <a:t>Third level</a:t>
            </a:r>
          </a:p>
          <a:p>
            <a:pPr lvl="3">
              <a:lnSpc>
                <a:spcPts val="1200"/>
              </a:lnSpc>
            </a:pPr>
            <a:r>
              <a:rPr lang="en-GB"/>
              <a:t>Fourth level</a:t>
            </a:r>
          </a:p>
          <a:p>
            <a:pPr lvl="4">
              <a:lnSpc>
                <a:spcPts val="1200"/>
              </a:lnSpc>
            </a:pPr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1F6572-329A-4E72-D77B-49C67A7FD14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D341E014-5942-5C40-9922-394DD33A3189}" type="datetime1">
              <a:rPr lang="en-US" smtClean="0"/>
              <a:t>8/29/2026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86717B-2EA4-4A72-A334-0F4C15DC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E4FAA3-E657-7565-2172-3ED52433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98D279D-9EEE-4375-932F-276CB614E9A4}" type="slidenum">
              <a:rPr lang="de-DE" smtClean="0"/>
              <a:t>‹#›</a:t>
            </a:fld>
            <a:endParaRPr lang="de-DE"/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80BA44BC-E7D3-77DF-8F21-0818953BDE7F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8" name="Textplatzhalter 44">
            <a:extLst>
              <a:ext uri="{FF2B5EF4-FFF2-40B4-BE49-F238E27FC236}">
                <a16:creationId xmlns:a16="http://schemas.microsoft.com/office/drawing/2014/main" id="{49204EFD-F36C-13C7-60FB-02B6A64AEB3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>
            <a:off x="386100" y="1377000"/>
            <a:ext cx="2025000" cy="648305"/>
          </a:xfrm>
          <a:prstGeom prst="homePlate">
            <a:avLst>
              <a:gd name="adj" fmla="val 27582"/>
            </a:avLst>
          </a:prstGeom>
          <a:solidFill>
            <a:schemeClr val="accent1"/>
          </a:solidFill>
        </p:spPr>
        <p:txBody>
          <a:bodyPr vert="horz" lIns="180000" tIns="36000" rIns="72000" bIns="36000" rtlCol="0" anchor="ctr" anchorCtr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9" name="Textplatzhalter 44">
            <a:extLst>
              <a:ext uri="{FF2B5EF4-FFF2-40B4-BE49-F238E27FC236}">
                <a16:creationId xmlns:a16="http://schemas.microsoft.com/office/drawing/2014/main" id="{7292E431-B27F-F965-C53E-59247CD85F1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gray">
          <a:xfrm>
            <a:off x="386100" y="3110500"/>
            <a:ext cx="2025000" cy="648305"/>
          </a:xfrm>
          <a:prstGeom prst="homePlate">
            <a:avLst>
              <a:gd name="adj" fmla="val 27582"/>
            </a:avLst>
          </a:prstGeom>
          <a:solidFill>
            <a:schemeClr val="accent1"/>
          </a:solidFill>
        </p:spPr>
        <p:txBody>
          <a:bodyPr vert="horz" lIns="180000" tIns="36000" rIns="72000" bIns="36000" rtlCol="0" anchor="ctr" anchorCtr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331169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feile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28BBD130-395B-D7DB-AB20-DB398C4B3FAF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2682507" y="1383505"/>
            <a:ext cx="5940000" cy="999000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>
              <a:lnSpc>
                <a:spcPts val="1200"/>
              </a:lnSpc>
            </a:pPr>
            <a:r>
              <a:rPr lang="en-GB"/>
              <a:t>Click to edit Master text styles</a:t>
            </a:r>
          </a:p>
          <a:p>
            <a:pPr lvl="1">
              <a:lnSpc>
                <a:spcPts val="1200"/>
              </a:lnSpc>
            </a:pPr>
            <a:r>
              <a:rPr lang="en-GB"/>
              <a:t>Second level</a:t>
            </a:r>
          </a:p>
          <a:p>
            <a:pPr lvl="2">
              <a:lnSpc>
                <a:spcPts val="1200"/>
              </a:lnSpc>
            </a:pPr>
            <a:r>
              <a:rPr lang="en-GB"/>
              <a:t>Third level</a:t>
            </a:r>
          </a:p>
          <a:p>
            <a:pPr lvl="3">
              <a:lnSpc>
                <a:spcPts val="1200"/>
              </a:lnSpc>
            </a:pPr>
            <a:r>
              <a:rPr lang="en-GB"/>
              <a:t>Fourth level</a:t>
            </a:r>
          </a:p>
          <a:p>
            <a:pPr lvl="4">
              <a:lnSpc>
                <a:spcPts val="1200"/>
              </a:lnSpc>
            </a:pPr>
            <a:r>
              <a:rPr lang="en-GB"/>
              <a:t>Fifth level</a:t>
            </a:r>
            <a:endParaRPr lang="de-DE"/>
          </a:p>
        </p:txBody>
      </p:sp>
      <p:sp>
        <p:nvSpPr>
          <p:cNvPr id="21" name="Inhaltsplatzhalter 13">
            <a:extLst>
              <a:ext uri="{FF2B5EF4-FFF2-40B4-BE49-F238E27FC236}">
                <a16:creationId xmlns:a16="http://schemas.microsoft.com/office/drawing/2014/main" id="{B7E37DE7-AD16-C84B-C27C-05E00F14208B}"/>
              </a:ext>
            </a:extLst>
          </p:cNvPr>
          <p:cNvSpPr>
            <a:spLocks noGrp="1"/>
          </p:cNvSpPr>
          <p:nvPr>
            <p:ph sz="quarter" idx="15"/>
          </p:nvPr>
        </p:nvSpPr>
        <p:spPr bwMode="gray">
          <a:xfrm>
            <a:off x="2682507" y="2546450"/>
            <a:ext cx="5940000" cy="999000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>
              <a:lnSpc>
                <a:spcPts val="1200"/>
              </a:lnSpc>
            </a:pPr>
            <a:r>
              <a:rPr lang="en-GB"/>
              <a:t>Click to edit Master text styles</a:t>
            </a:r>
          </a:p>
          <a:p>
            <a:pPr lvl="1">
              <a:lnSpc>
                <a:spcPts val="1200"/>
              </a:lnSpc>
            </a:pPr>
            <a:r>
              <a:rPr lang="en-GB"/>
              <a:t>Second level</a:t>
            </a:r>
          </a:p>
          <a:p>
            <a:pPr lvl="2">
              <a:lnSpc>
                <a:spcPts val="1200"/>
              </a:lnSpc>
            </a:pPr>
            <a:r>
              <a:rPr lang="en-GB"/>
              <a:t>Third level</a:t>
            </a:r>
          </a:p>
          <a:p>
            <a:pPr lvl="3">
              <a:lnSpc>
                <a:spcPts val="1200"/>
              </a:lnSpc>
            </a:pPr>
            <a:r>
              <a:rPr lang="en-GB"/>
              <a:t>Fourth level</a:t>
            </a:r>
          </a:p>
          <a:p>
            <a:pPr lvl="4">
              <a:lnSpc>
                <a:spcPts val="1200"/>
              </a:lnSpc>
            </a:pPr>
            <a:r>
              <a:rPr lang="en-GB"/>
              <a:t>Fifth level</a:t>
            </a:r>
            <a:endParaRPr lang="de-DE"/>
          </a:p>
        </p:txBody>
      </p:sp>
      <p:sp>
        <p:nvSpPr>
          <p:cNvPr id="22" name="Inhaltsplatzhalter 13">
            <a:extLst>
              <a:ext uri="{FF2B5EF4-FFF2-40B4-BE49-F238E27FC236}">
                <a16:creationId xmlns:a16="http://schemas.microsoft.com/office/drawing/2014/main" id="{B9C3A96F-90EF-2859-4ABF-5F690BCC0134}"/>
              </a:ext>
            </a:extLst>
          </p:cNvPr>
          <p:cNvSpPr>
            <a:spLocks noGrp="1"/>
          </p:cNvSpPr>
          <p:nvPr>
            <p:ph sz="quarter" idx="16"/>
          </p:nvPr>
        </p:nvSpPr>
        <p:spPr bwMode="gray">
          <a:xfrm>
            <a:off x="2682507" y="3709395"/>
            <a:ext cx="5940000" cy="999000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>
              <a:lnSpc>
                <a:spcPts val="1200"/>
              </a:lnSpc>
            </a:pPr>
            <a:r>
              <a:rPr lang="en-GB"/>
              <a:t>Click to edit Master text styles</a:t>
            </a:r>
          </a:p>
          <a:p>
            <a:pPr lvl="1">
              <a:lnSpc>
                <a:spcPts val="1200"/>
              </a:lnSpc>
            </a:pPr>
            <a:r>
              <a:rPr lang="en-GB"/>
              <a:t>Second level</a:t>
            </a:r>
          </a:p>
          <a:p>
            <a:pPr lvl="2">
              <a:lnSpc>
                <a:spcPts val="1200"/>
              </a:lnSpc>
            </a:pPr>
            <a:r>
              <a:rPr lang="en-GB"/>
              <a:t>Third level</a:t>
            </a:r>
          </a:p>
          <a:p>
            <a:pPr lvl="3">
              <a:lnSpc>
                <a:spcPts val="1200"/>
              </a:lnSpc>
            </a:pPr>
            <a:r>
              <a:rPr lang="en-GB"/>
              <a:t>Fourth level</a:t>
            </a:r>
          </a:p>
          <a:p>
            <a:pPr lvl="4">
              <a:lnSpc>
                <a:spcPts val="1200"/>
              </a:lnSpc>
            </a:pPr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8E2082-DF0C-1344-50C5-2DF568A5ABDF}"/>
              </a:ext>
            </a:extLst>
          </p:cNvPr>
          <p:cNvSpPr>
            <a:spLocks noGrp="1"/>
          </p:cNvSpPr>
          <p:nvPr>
            <p:ph type="dt" sz="half" idx="22"/>
          </p:nvPr>
        </p:nvSpPr>
        <p:spPr bwMode="gray"/>
        <p:txBody>
          <a:bodyPr/>
          <a:lstStyle/>
          <a:p>
            <a:fld id="{03A6DBF7-2468-E242-B168-3FAB0E29EB2C}" type="datetime1">
              <a:rPr lang="en-US" smtClean="0"/>
              <a:t>8/29/2026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3089E5-EB52-B772-878F-5A82AADCD70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6AB8358-1825-ED6E-15D4-1E8CB386A09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C5DEC27B-46A8-4C68-55ED-F7238726B244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11" name="Textplatzhalter 44">
            <a:extLst>
              <a:ext uri="{FF2B5EF4-FFF2-40B4-BE49-F238E27FC236}">
                <a16:creationId xmlns:a16="http://schemas.microsoft.com/office/drawing/2014/main" id="{51A311BA-71A9-B0E0-794D-7BE7B93F428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386100" y="1377000"/>
            <a:ext cx="2025000" cy="648305"/>
          </a:xfrm>
          <a:prstGeom prst="homePlate">
            <a:avLst>
              <a:gd name="adj" fmla="val 27582"/>
            </a:avLst>
          </a:prstGeom>
          <a:solidFill>
            <a:schemeClr val="accent1"/>
          </a:solidFill>
        </p:spPr>
        <p:txBody>
          <a:bodyPr vert="horz" lIns="180000" tIns="36000" rIns="72000" bIns="36000" rtlCol="0" anchor="ctr" anchorCtr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Textplatzhalter 44">
            <a:extLst>
              <a:ext uri="{FF2B5EF4-FFF2-40B4-BE49-F238E27FC236}">
                <a16:creationId xmlns:a16="http://schemas.microsoft.com/office/drawing/2014/main" id="{AC217B17-5E65-CE4C-5777-4372D519050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386100" y="2546450"/>
            <a:ext cx="2025000" cy="648305"/>
          </a:xfrm>
          <a:prstGeom prst="homePlate">
            <a:avLst>
              <a:gd name="adj" fmla="val 27582"/>
            </a:avLst>
          </a:prstGeom>
          <a:solidFill>
            <a:schemeClr val="accent1"/>
          </a:solidFill>
        </p:spPr>
        <p:txBody>
          <a:bodyPr vert="horz" lIns="180000" tIns="36000" rIns="72000" bIns="36000" rtlCol="0" anchor="ctr" anchorCtr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3" name="Textplatzhalter 44">
            <a:extLst>
              <a:ext uri="{FF2B5EF4-FFF2-40B4-BE49-F238E27FC236}">
                <a16:creationId xmlns:a16="http://schemas.microsoft.com/office/drawing/2014/main" id="{1D7158A5-7E6A-4F40-EC71-8706EB12DFC5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386100" y="3709395"/>
            <a:ext cx="2025000" cy="648305"/>
          </a:xfrm>
          <a:prstGeom prst="homePlate">
            <a:avLst>
              <a:gd name="adj" fmla="val 27582"/>
            </a:avLst>
          </a:prstGeom>
          <a:solidFill>
            <a:schemeClr val="accent1"/>
          </a:solidFill>
        </p:spPr>
        <p:txBody>
          <a:bodyPr vert="horz" lIns="180000" tIns="36000" rIns="72000" bIns="36000" rtlCol="0" anchor="ctr" anchorCtr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588131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Pfeile vertik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Inhaltsplatzhalter 13">
            <a:extLst>
              <a:ext uri="{FF2B5EF4-FFF2-40B4-BE49-F238E27FC236}">
                <a16:creationId xmlns:a16="http://schemas.microsoft.com/office/drawing/2014/main" id="{28BBD130-395B-D7DB-AB20-DB398C4B3FAF}"/>
              </a:ext>
            </a:extLst>
          </p:cNvPr>
          <p:cNvSpPr>
            <a:spLocks noGrp="1"/>
          </p:cNvSpPr>
          <p:nvPr>
            <p:ph sz="quarter" idx="14"/>
          </p:nvPr>
        </p:nvSpPr>
        <p:spPr bwMode="gray">
          <a:xfrm>
            <a:off x="2681287" y="1383506"/>
            <a:ext cx="5940000" cy="648305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>
              <a:lnSpc>
                <a:spcPts val="1200"/>
              </a:lnSpc>
            </a:pPr>
            <a:r>
              <a:rPr lang="en-GB"/>
              <a:t>Click to edit Master text styles</a:t>
            </a:r>
          </a:p>
          <a:p>
            <a:pPr lvl="1">
              <a:lnSpc>
                <a:spcPts val="1200"/>
              </a:lnSpc>
            </a:pPr>
            <a:r>
              <a:rPr lang="en-GB"/>
              <a:t>Second level</a:t>
            </a:r>
          </a:p>
          <a:p>
            <a:pPr lvl="2">
              <a:lnSpc>
                <a:spcPts val="1200"/>
              </a:lnSpc>
            </a:pPr>
            <a:r>
              <a:rPr lang="en-GB"/>
              <a:t>Third level</a:t>
            </a:r>
          </a:p>
        </p:txBody>
      </p:sp>
      <p:sp>
        <p:nvSpPr>
          <p:cNvPr id="21" name="Inhaltsplatzhalter 13">
            <a:extLst>
              <a:ext uri="{FF2B5EF4-FFF2-40B4-BE49-F238E27FC236}">
                <a16:creationId xmlns:a16="http://schemas.microsoft.com/office/drawing/2014/main" id="{B7E37DE7-AD16-C84B-C27C-05E00F14208B}"/>
              </a:ext>
            </a:extLst>
          </p:cNvPr>
          <p:cNvSpPr>
            <a:spLocks noGrp="1"/>
          </p:cNvSpPr>
          <p:nvPr>
            <p:ph sz="quarter" idx="15"/>
          </p:nvPr>
        </p:nvSpPr>
        <p:spPr bwMode="gray">
          <a:xfrm>
            <a:off x="2681287" y="2283417"/>
            <a:ext cx="5940000" cy="648305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>
              <a:lnSpc>
                <a:spcPts val="1200"/>
              </a:lnSpc>
            </a:pPr>
            <a:r>
              <a:rPr lang="en-GB"/>
              <a:t>Click to edit Master text styles</a:t>
            </a:r>
          </a:p>
          <a:p>
            <a:pPr lvl="1">
              <a:lnSpc>
                <a:spcPts val="1200"/>
              </a:lnSpc>
            </a:pPr>
            <a:r>
              <a:rPr lang="en-GB"/>
              <a:t>Second level</a:t>
            </a:r>
          </a:p>
          <a:p>
            <a:pPr lvl="2">
              <a:lnSpc>
                <a:spcPts val="1200"/>
              </a:lnSpc>
            </a:pPr>
            <a:r>
              <a:rPr lang="en-GB"/>
              <a:t>Third level</a:t>
            </a:r>
          </a:p>
        </p:txBody>
      </p:sp>
      <p:sp>
        <p:nvSpPr>
          <p:cNvPr id="22" name="Inhaltsplatzhalter 13">
            <a:extLst>
              <a:ext uri="{FF2B5EF4-FFF2-40B4-BE49-F238E27FC236}">
                <a16:creationId xmlns:a16="http://schemas.microsoft.com/office/drawing/2014/main" id="{B9C3A96F-90EF-2859-4ABF-5F690BCC0134}"/>
              </a:ext>
            </a:extLst>
          </p:cNvPr>
          <p:cNvSpPr>
            <a:spLocks noGrp="1"/>
          </p:cNvSpPr>
          <p:nvPr>
            <p:ph sz="quarter" idx="16"/>
          </p:nvPr>
        </p:nvSpPr>
        <p:spPr bwMode="gray">
          <a:xfrm>
            <a:off x="2681287" y="3183328"/>
            <a:ext cx="5940000" cy="648305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>
              <a:lnSpc>
                <a:spcPts val="1200"/>
              </a:lnSpc>
            </a:pPr>
            <a:r>
              <a:rPr lang="en-GB"/>
              <a:t>Click to edit Master text styles</a:t>
            </a:r>
          </a:p>
          <a:p>
            <a:pPr lvl="1">
              <a:lnSpc>
                <a:spcPts val="1200"/>
              </a:lnSpc>
            </a:pPr>
            <a:r>
              <a:rPr lang="en-GB"/>
              <a:t>Second level</a:t>
            </a:r>
          </a:p>
          <a:p>
            <a:pPr lvl="2">
              <a:lnSpc>
                <a:spcPts val="1200"/>
              </a:lnSpc>
            </a:pPr>
            <a:r>
              <a:rPr lang="en-GB"/>
              <a:t>Third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1F6572-329A-4E72-D77B-49C67A7FD14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AF6BA307-28A2-014B-BAC6-56529F6423D1}" type="datetime1">
              <a:rPr lang="en-US" smtClean="0"/>
              <a:t>8/29/2026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86717B-2EA4-4A72-A334-0F4C15DC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E4FAA3-E657-7565-2172-3ED52433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98D279D-9EEE-4375-932F-276CB614E9A4}" type="slidenum">
              <a:rPr lang="de-DE" smtClean="0"/>
              <a:t>‹#›</a:t>
            </a:fld>
            <a:endParaRPr lang="de-DE"/>
          </a:p>
        </p:txBody>
      </p:sp>
      <p:sp>
        <p:nvSpPr>
          <p:cNvPr id="8" name="Inhaltsplatzhalter 13">
            <a:extLst>
              <a:ext uri="{FF2B5EF4-FFF2-40B4-BE49-F238E27FC236}">
                <a16:creationId xmlns:a16="http://schemas.microsoft.com/office/drawing/2014/main" id="{08D96A71-E756-A3DE-CA98-7B0B576F80E2}"/>
              </a:ext>
            </a:extLst>
          </p:cNvPr>
          <p:cNvSpPr>
            <a:spLocks noGrp="1"/>
          </p:cNvSpPr>
          <p:nvPr>
            <p:ph sz="quarter" idx="23"/>
          </p:nvPr>
        </p:nvSpPr>
        <p:spPr bwMode="gray">
          <a:xfrm>
            <a:off x="2681287" y="4083239"/>
            <a:ext cx="5940000" cy="648305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>
              <a:lnSpc>
                <a:spcPts val="1200"/>
              </a:lnSpc>
            </a:pPr>
            <a:r>
              <a:rPr lang="en-GB"/>
              <a:t>Click to edit Master text styles</a:t>
            </a:r>
          </a:p>
          <a:p>
            <a:pPr lvl="1">
              <a:lnSpc>
                <a:spcPts val="1200"/>
              </a:lnSpc>
            </a:pPr>
            <a:r>
              <a:rPr lang="en-GB"/>
              <a:t>Second level</a:t>
            </a:r>
          </a:p>
          <a:p>
            <a:pPr lvl="2">
              <a:lnSpc>
                <a:spcPts val="1200"/>
              </a:lnSpc>
            </a:pPr>
            <a:r>
              <a:rPr lang="en-GB"/>
              <a:t>Third level</a:t>
            </a:r>
          </a:p>
        </p:txBody>
      </p:sp>
      <p:sp>
        <p:nvSpPr>
          <p:cNvPr id="10" name="Titel 9">
            <a:extLst>
              <a:ext uri="{FF2B5EF4-FFF2-40B4-BE49-F238E27FC236}">
                <a16:creationId xmlns:a16="http://schemas.microsoft.com/office/drawing/2014/main" id="{8196D90E-F440-3819-F2E3-6C378559562D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11" name="Textplatzhalter 44">
            <a:extLst>
              <a:ext uri="{FF2B5EF4-FFF2-40B4-BE49-F238E27FC236}">
                <a16:creationId xmlns:a16="http://schemas.microsoft.com/office/drawing/2014/main" id="{1DD17DB6-8E42-67AE-9AF1-3728EC25C7B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386100" y="1377000"/>
            <a:ext cx="2025000" cy="648305"/>
          </a:xfrm>
          <a:prstGeom prst="homePlate">
            <a:avLst>
              <a:gd name="adj" fmla="val 27582"/>
            </a:avLst>
          </a:prstGeom>
          <a:solidFill>
            <a:schemeClr val="accent1"/>
          </a:solidFill>
        </p:spPr>
        <p:txBody>
          <a:bodyPr vert="horz" lIns="180000" tIns="36000" rIns="72000" bIns="36000" rtlCol="0" anchor="ctr" anchorCtr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2" name="Textplatzhalter 44">
            <a:extLst>
              <a:ext uri="{FF2B5EF4-FFF2-40B4-BE49-F238E27FC236}">
                <a16:creationId xmlns:a16="http://schemas.microsoft.com/office/drawing/2014/main" id="{F251AD35-0F77-EF4B-A6FD-1B0736A1324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 bwMode="gray">
          <a:xfrm>
            <a:off x="386100" y="2279080"/>
            <a:ext cx="2025000" cy="648305"/>
          </a:xfrm>
          <a:prstGeom prst="homePlate">
            <a:avLst>
              <a:gd name="adj" fmla="val 27582"/>
            </a:avLst>
          </a:prstGeom>
          <a:solidFill>
            <a:schemeClr val="accent1"/>
          </a:solidFill>
        </p:spPr>
        <p:txBody>
          <a:bodyPr vert="horz" lIns="180000" tIns="36000" rIns="72000" bIns="36000" rtlCol="0" anchor="ctr" anchorCtr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3" name="Textplatzhalter 44">
            <a:extLst>
              <a:ext uri="{FF2B5EF4-FFF2-40B4-BE49-F238E27FC236}">
                <a16:creationId xmlns:a16="http://schemas.microsoft.com/office/drawing/2014/main" id="{1799A2D3-C2D0-D073-612A-F031A7006BD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386100" y="3181159"/>
            <a:ext cx="2025000" cy="648305"/>
          </a:xfrm>
          <a:prstGeom prst="homePlate">
            <a:avLst>
              <a:gd name="adj" fmla="val 27582"/>
            </a:avLst>
          </a:prstGeom>
          <a:solidFill>
            <a:schemeClr val="accent1"/>
          </a:solidFill>
        </p:spPr>
        <p:txBody>
          <a:bodyPr vert="horz" lIns="180000" tIns="36000" rIns="72000" bIns="36000" rtlCol="0" anchor="ctr" anchorCtr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5" name="Textplatzhalter 44">
            <a:extLst>
              <a:ext uri="{FF2B5EF4-FFF2-40B4-BE49-F238E27FC236}">
                <a16:creationId xmlns:a16="http://schemas.microsoft.com/office/drawing/2014/main" id="{59A0F6BE-C036-2293-3CD9-84291F4049B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386100" y="4083239"/>
            <a:ext cx="2025000" cy="648305"/>
          </a:xfrm>
          <a:prstGeom prst="homePlate">
            <a:avLst>
              <a:gd name="adj" fmla="val 27582"/>
            </a:avLst>
          </a:prstGeom>
          <a:solidFill>
            <a:schemeClr val="accent1"/>
          </a:solidFill>
        </p:spPr>
        <p:txBody>
          <a:bodyPr vert="horz" lIns="180000" tIns="36000" rIns="72000" bIns="36000" rtlCol="0" anchor="ctr" anchorCtr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3136320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halte und Bil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4730C8E6-C12C-34F9-BB33-B1A08B0CFE36}"/>
              </a:ext>
            </a:extLst>
          </p:cNvPr>
          <p:cNvSpPr txBox="1"/>
          <p:nvPr userDrawn="1"/>
        </p:nvSpPr>
        <p:spPr>
          <a:xfrm>
            <a:off x="521494" y="2247714"/>
            <a:ext cx="8101013" cy="64807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</a:pPr>
            <a:r>
              <a:rPr kumimoji="0" lang="de-DE" sz="7200" b="0" i="0" u="none" strike="noStrike" kern="1200" cap="none" spc="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Inhalte und Bild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F42CBF2-7C7D-6CAB-A058-A982700BA3F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7960201" y="415085"/>
            <a:ext cx="688500" cy="15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5221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echts / Logo far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85BA5DD-E1A9-9DF9-4FA8-ED13D394BE0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601700" y="0"/>
            <a:ext cx="4542301" cy="5143500"/>
          </a:xfrm>
          <a:solidFill>
            <a:schemeClr val="bg1">
              <a:lumMod val="95000"/>
            </a:schemeClr>
          </a:solidFill>
        </p:spPr>
        <p:txBody>
          <a:bodyPr lIns="72000" tIns="72000" rIns="0"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4B4811E3-C1C1-871C-6029-BF45F2EF82F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black">
          <a:xfrm>
            <a:off x="7960201" y="415085"/>
            <a:ext cx="688500" cy="156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 </a:t>
            </a:r>
            <a:endParaRPr lang="en-US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3B5843-6B3D-3E91-C918-15D7C3C8A421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1493" y="1383507"/>
            <a:ext cx="3780000" cy="3341492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14" name="Bildplatzhalter 11">
            <a:extLst>
              <a:ext uri="{FF2B5EF4-FFF2-40B4-BE49-F238E27FC236}">
                <a16:creationId xmlns:a16="http://schemas.microsoft.com/office/drawing/2014/main" id="{F28DE939-76E1-9BC4-AD48-44B6AE480E1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521493" y="381444"/>
            <a:ext cx="3780000" cy="70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D8253A6-7664-FB84-D420-1599D8A282E7}"/>
              </a:ext>
            </a:extLst>
          </p:cNvPr>
          <p:cNvSpPr/>
          <p:nvPr userDrawn="1"/>
        </p:nvSpPr>
        <p:spPr bwMode="gray">
          <a:xfrm>
            <a:off x="4542300" y="0"/>
            <a:ext cx="594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BC55768-D241-8395-B3EE-57F91E5A5F98}"/>
              </a:ext>
            </a:extLst>
          </p:cNvPr>
          <p:cNvSpPr>
            <a:spLocks noGrp="1"/>
          </p:cNvSpPr>
          <p:nvPr>
            <p:ph type="dt" sz="half" idx="25"/>
          </p:nvPr>
        </p:nvSpPr>
        <p:spPr bwMode="gray"/>
        <p:txBody>
          <a:bodyPr/>
          <a:lstStyle/>
          <a:p>
            <a:fld id="{5F08C5C6-DD87-CD40-9B5D-26B1D995B756}" type="datetime1">
              <a:rPr lang="en-US" smtClean="0"/>
              <a:t>8/29/2026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0EA5880-E4D8-90F7-47F3-089F41263EB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0A3C1A3-C0D2-234C-B6CA-EFF35FD5D6F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37428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rechts / Logo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85BA5DD-E1A9-9DF9-4FA8-ED13D394BE0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4601700" y="0"/>
            <a:ext cx="4542301" cy="5143500"/>
          </a:xfrm>
          <a:solidFill>
            <a:schemeClr val="bg1">
              <a:lumMod val="95000"/>
            </a:schemeClr>
          </a:solidFill>
        </p:spPr>
        <p:txBody>
          <a:bodyPr lIns="72000" tIns="72000" rIns="0"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3B5843-6B3D-3E91-C918-15D7C3C8A421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1493" y="1383507"/>
            <a:ext cx="3780000" cy="3341492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14" name="Bildplatzhalter 11">
            <a:extLst>
              <a:ext uri="{FF2B5EF4-FFF2-40B4-BE49-F238E27FC236}">
                <a16:creationId xmlns:a16="http://schemas.microsoft.com/office/drawing/2014/main" id="{F28DE939-76E1-9BC4-AD48-44B6AE480E1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521493" y="381444"/>
            <a:ext cx="3780000" cy="70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AD8253A6-7664-FB84-D420-1599D8A282E7}"/>
              </a:ext>
            </a:extLst>
          </p:cNvPr>
          <p:cNvSpPr/>
          <p:nvPr userDrawn="1"/>
        </p:nvSpPr>
        <p:spPr bwMode="gray">
          <a:xfrm>
            <a:off x="4542300" y="0"/>
            <a:ext cx="594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CBC55768-D241-8395-B3EE-57F91E5A5F98}"/>
              </a:ext>
            </a:extLst>
          </p:cNvPr>
          <p:cNvSpPr>
            <a:spLocks noGrp="1"/>
          </p:cNvSpPr>
          <p:nvPr>
            <p:ph type="dt" sz="half" idx="25"/>
          </p:nvPr>
        </p:nvSpPr>
        <p:spPr bwMode="gray"/>
        <p:txBody>
          <a:bodyPr/>
          <a:lstStyle/>
          <a:p>
            <a:fld id="{E6471648-B1AE-0B4F-8E29-EC7A9EB8DC06}" type="datetime1">
              <a:rPr lang="en-US" smtClean="0"/>
              <a:t>8/29/2026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0EA5880-E4D8-90F7-47F3-089F41263EB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30A3C1A3-C0D2-234C-B6CA-EFF35FD5D6F4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8FAD3EAE-EEE8-FB5F-5CBE-F3D6E7E5FA8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white">
          <a:xfrm>
            <a:off x="7960201" y="415085"/>
            <a:ext cx="688500" cy="156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213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85BA5DD-E1A9-9DF9-4FA8-ED13D394BE0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4542300" cy="5157000"/>
          </a:xfrm>
          <a:solidFill>
            <a:schemeClr val="bg1">
              <a:lumMod val="95000"/>
            </a:schemeClr>
          </a:solidFill>
        </p:spPr>
        <p:txBody>
          <a:bodyPr lIns="72000" tIns="72000"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8A26B9F-E5C6-E254-91A6-B5371B2FF3C0}"/>
              </a:ext>
            </a:extLst>
          </p:cNvPr>
          <p:cNvSpPr/>
          <p:nvPr userDrawn="1"/>
        </p:nvSpPr>
        <p:spPr bwMode="gray">
          <a:xfrm>
            <a:off x="4542300" y="0"/>
            <a:ext cx="59400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4582511-5275-2F25-1593-6F6623C9D05A}"/>
              </a:ext>
            </a:extLst>
          </p:cNvPr>
          <p:cNvSpPr>
            <a:spLocks noGrp="1"/>
          </p:cNvSpPr>
          <p:nvPr>
            <p:ph type="dt" sz="half" idx="25"/>
          </p:nvPr>
        </p:nvSpPr>
        <p:spPr bwMode="gray"/>
        <p:txBody>
          <a:bodyPr/>
          <a:lstStyle/>
          <a:p>
            <a:fld id="{FA88C33B-31DD-B043-B6AB-86C9D7CBAB7D}" type="datetime1">
              <a:rPr lang="en-US" smtClean="0"/>
              <a:t>8/29/2026</a:t>
            </a:fld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D2FD24F-2FC9-E9B5-51EE-5DAFCAB0AC7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11DFD5E2-6B67-1B8D-CC9E-5ED0B23328C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3979EF39-CC39-682F-714B-AF911D836900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42506" y="1383507"/>
            <a:ext cx="3780000" cy="3341492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13" name="Bildplatzhalter 11">
            <a:extLst>
              <a:ext uri="{FF2B5EF4-FFF2-40B4-BE49-F238E27FC236}">
                <a16:creationId xmlns:a16="http://schemas.microsoft.com/office/drawing/2014/main" id="{0EFC2EA6-0681-CF88-DC72-352D1D905A0C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4842506" y="381444"/>
            <a:ext cx="2835000" cy="70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7369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schräg li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rallelogramm 12">
            <a:extLst>
              <a:ext uri="{FF2B5EF4-FFF2-40B4-BE49-F238E27FC236}">
                <a16:creationId xmlns:a16="http://schemas.microsoft.com/office/drawing/2014/main" id="{36684B92-8F61-75A7-87DE-79805B59FD4A}"/>
              </a:ext>
            </a:extLst>
          </p:cNvPr>
          <p:cNvSpPr/>
          <p:nvPr userDrawn="1"/>
        </p:nvSpPr>
        <p:spPr bwMode="gray">
          <a:xfrm>
            <a:off x="3096804" y="0"/>
            <a:ext cx="1706400" cy="5143500"/>
          </a:xfrm>
          <a:prstGeom prst="parallelogram">
            <a:avLst>
              <a:gd name="adj" fmla="val 9672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DEE065EB-D3B2-9448-8048-B49E1C1E73C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0" y="-11258"/>
            <a:ext cx="4752000" cy="5165567"/>
          </a:xfrm>
          <a:custGeom>
            <a:avLst/>
            <a:gdLst>
              <a:gd name="connsiteX0" fmla="*/ 0 w 5003800"/>
              <a:gd name="connsiteY0" fmla="*/ 0 h 5164138"/>
              <a:gd name="connsiteX1" fmla="*/ 5003800 w 5003800"/>
              <a:gd name="connsiteY1" fmla="*/ 0 h 5164138"/>
              <a:gd name="connsiteX2" fmla="*/ 5003800 w 5003800"/>
              <a:gd name="connsiteY2" fmla="*/ 5164138 h 5164138"/>
              <a:gd name="connsiteX3" fmla="*/ 0 w 5003800"/>
              <a:gd name="connsiteY3" fmla="*/ 5164138 h 5164138"/>
              <a:gd name="connsiteX4" fmla="*/ 0 w 5003800"/>
              <a:gd name="connsiteY4" fmla="*/ 0 h 5164138"/>
              <a:gd name="connsiteX0" fmla="*/ 0 w 5003800"/>
              <a:gd name="connsiteY0" fmla="*/ 0 h 5443107"/>
              <a:gd name="connsiteX1" fmla="*/ 5003800 w 5003800"/>
              <a:gd name="connsiteY1" fmla="*/ 0 h 5443107"/>
              <a:gd name="connsiteX2" fmla="*/ 2973522 w 5003800"/>
              <a:gd name="connsiteY2" fmla="*/ 5443107 h 5443107"/>
              <a:gd name="connsiteX3" fmla="*/ 0 w 5003800"/>
              <a:gd name="connsiteY3" fmla="*/ 5164138 h 5443107"/>
              <a:gd name="connsiteX4" fmla="*/ 0 w 5003800"/>
              <a:gd name="connsiteY4" fmla="*/ 0 h 5443107"/>
              <a:gd name="connsiteX0" fmla="*/ 0 w 4864315"/>
              <a:gd name="connsiteY0" fmla="*/ 402956 h 5846063"/>
              <a:gd name="connsiteX1" fmla="*/ 4864315 w 4864315"/>
              <a:gd name="connsiteY1" fmla="*/ 0 h 5846063"/>
              <a:gd name="connsiteX2" fmla="*/ 2973522 w 4864315"/>
              <a:gd name="connsiteY2" fmla="*/ 5846063 h 5846063"/>
              <a:gd name="connsiteX3" fmla="*/ 0 w 4864315"/>
              <a:gd name="connsiteY3" fmla="*/ 5567094 h 5846063"/>
              <a:gd name="connsiteX4" fmla="*/ 0 w 4864315"/>
              <a:gd name="connsiteY4" fmla="*/ 402956 h 5846063"/>
              <a:gd name="connsiteX0" fmla="*/ 7749 w 4864315"/>
              <a:gd name="connsiteY0" fmla="*/ 38746 h 5846063"/>
              <a:gd name="connsiteX1" fmla="*/ 4864315 w 4864315"/>
              <a:gd name="connsiteY1" fmla="*/ 0 h 5846063"/>
              <a:gd name="connsiteX2" fmla="*/ 2973522 w 4864315"/>
              <a:gd name="connsiteY2" fmla="*/ 5846063 h 5846063"/>
              <a:gd name="connsiteX3" fmla="*/ 0 w 4864315"/>
              <a:gd name="connsiteY3" fmla="*/ 5567094 h 5846063"/>
              <a:gd name="connsiteX4" fmla="*/ 7749 w 4864315"/>
              <a:gd name="connsiteY4" fmla="*/ 38746 h 5846063"/>
              <a:gd name="connsiteX0" fmla="*/ 0 w 5042546"/>
              <a:gd name="connsiteY0" fmla="*/ 15499 h 5846063"/>
              <a:gd name="connsiteX1" fmla="*/ 5042546 w 5042546"/>
              <a:gd name="connsiteY1" fmla="*/ 0 h 5846063"/>
              <a:gd name="connsiteX2" fmla="*/ 3151753 w 5042546"/>
              <a:gd name="connsiteY2" fmla="*/ 5846063 h 5846063"/>
              <a:gd name="connsiteX3" fmla="*/ 178231 w 5042546"/>
              <a:gd name="connsiteY3" fmla="*/ 5567094 h 5846063"/>
              <a:gd name="connsiteX4" fmla="*/ 0 w 5042546"/>
              <a:gd name="connsiteY4" fmla="*/ 15499 h 5846063"/>
              <a:gd name="connsiteX0" fmla="*/ 23247 w 5065793"/>
              <a:gd name="connsiteY0" fmla="*/ 15499 h 5846063"/>
              <a:gd name="connsiteX1" fmla="*/ 5065793 w 5065793"/>
              <a:gd name="connsiteY1" fmla="*/ 0 h 5846063"/>
              <a:gd name="connsiteX2" fmla="*/ 3175000 w 5065793"/>
              <a:gd name="connsiteY2" fmla="*/ 5846063 h 5846063"/>
              <a:gd name="connsiteX3" fmla="*/ 0 w 5065793"/>
              <a:gd name="connsiteY3" fmla="*/ 5737575 h 5846063"/>
              <a:gd name="connsiteX4" fmla="*/ 23247 w 5065793"/>
              <a:gd name="connsiteY4" fmla="*/ 15499 h 5846063"/>
              <a:gd name="connsiteX0" fmla="*/ 23247 w 5065793"/>
              <a:gd name="connsiteY0" fmla="*/ 15499 h 5850724"/>
              <a:gd name="connsiteX1" fmla="*/ 5065793 w 5065793"/>
              <a:gd name="connsiteY1" fmla="*/ 0 h 5850724"/>
              <a:gd name="connsiteX2" fmla="*/ 3175000 w 5065793"/>
              <a:gd name="connsiteY2" fmla="*/ 5846063 h 5850724"/>
              <a:gd name="connsiteX3" fmla="*/ 0 w 5065793"/>
              <a:gd name="connsiteY3" fmla="*/ 5850724 h 5850724"/>
              <a:gd name="connsiteX4" fmla="*/ 23247 w 5065793"/>
              <a:gd name="connsiteY4" fmla="*/ 15499 h 5850724"/>
              <a:gd name="connsiteX0" fmla="*/ 23247 w 5065793"/>
              <a:gd name="connsiteY0" fmla="*/ 21786 h 5850724"/>
              <a:gd name="connsiteX1" fmla="*/ 5065793 w 5065793"/>
              <a:gd name="connsiteY1" fmla="*/ 0 h 5850724"/>
              <a:gd name="connsiteX2" fmla="*/ 3175000 w 5065793"/>
              <a:gd name="connsiteY2" fmla="*/ 5846063 h 5850724"/>
              <a:gd name="connsiteX3" fmla="*/ 0 w 5065793"/>
              <a:gd name="connsiteY3" fmla="*/ 5850724 h 5850724"/>
              <a:gd name="connsiteX4" fmla="*/ 23247 w 5065793"/>
              <a:gd name="connsiteY4" fmla="*/ 21786 h 5850724"/>
              <a:gd name="connsiteX0" fmla="*/ 11728 w 5065793"/>
              <a:gd name="connsiteY0" fmla="*/ 21786 h 5850724"/>
              <a:gd name="connsiteX1" fmla="*/ 5065793 w 5065793"/>
              <a:gd name="connsiteY1" fmla="*/ 0 h 5850724"/>
              <a:gd name="connsiteX2" fmla="*/ 3175000 w 5065793"/>
              <a:gd name="connsiteY2" fmla="*/ 5846063 h 5850724"/>
              <a:gd name="connsiteX3" fmla="*/ 0 w 5065793"/>
              <a:gd name="connsiteY3" fmla="*/ 5850724 h 5850724"/>
              <a:gd name="connsiteX4" fmla="*/ 11728 w 5065793"/>
              <a:gd name="connsiteY4" fmla="*/ 21786 h 5850724"/>
              <a:gd name="connsiteX0" fmla="*/ 11728 w 4927560"/>
              <a:gd name="connsiteY0" fmla="*/ 21786 h 5850724"/>
              <a:gd name="connsiteX1" fmla="*/ 4927560 w 4927560"/>
              <a:gd name="connsiteY1" fmla="*/ 0 h 5850724"/>
              <a:gd name="connsiteX2" fmla="*/ 3175000 w 4927560"/>
              <a:gd name="connsiteY2" fmla="*/ 5846063 h 5850724"/>
              <a:gd name="connsiteX3" fmla="*/ 0 w 4927560"/>
              <a:gd name="connsiteY3" fmla="*/ 5850724 h 5850724"/>
              <a:gd name="connsiteX4" fmla="*/ 11728 w 4927560"/>
              <a:gd name="connsiteY4" fmla="*/ 21786 h 5850724"/>
              <a:gd name="connsiteX0" fmla="*/ 29006 w 4927560"/>
              <a:gd name="connsiteY0" fmla="*/ 0 h 5860369"/>
              <a:gd name="connsiteX1" fmla="*/ 4927560 w 4927560"/>
              <a:gd name="connsiteY1" fmla="*/ 9645 h 5860369"/>
              <a:gd name="connsiteX2" fmla="*/ 3175000 w 4927560"/>
              <a:gd name="connsiteY2" fmla="*/ 5855708 h 5860369"/>
              <a:gd name="connsiteX3" fmla="*/ 0 w 4927560"/>
              <a:gd name="connsiteY3" fmla="*/ 5860369 h 5860369"/>
              <a:gd name="connsiteX4" fmla="*/ 29006 w 4927560"/>
              <a:gd name="connsiteY4" fmla="*/ 0 h 5860369"/>
              <a:gd name="connsiteX0" fmla="*/ 11726 w 4927560"/>
              <a:gd name="connsiteY0" fmla="*/ 9213 h 5850724"/>
              <a:gd name="connsiteX1" fmla="*/ 4927560 w 4927560"/>
              <a:gd name="connsiteY1" fmla="*/ 0 h 5850724"/>
              <a:gd name="connsiteX2" fmla="*/ 3175000 w 4927560"/>
              <a:gd name="connsiteY2" fmla="*/ 5846063 h 5850724"/>
              <a:gd name="connsiteX3" fmla="*/ 0 w 4927560"/>
              <a:gd name="connsiteY3" fmla="*/ 5850724 h 5850724"/>
              <a:gd name="connsiteX4" fmla="*/ 11726 w 4927560"/>
              <a:gd name="connsiteY4" fmla="*/ 9213 h 5850724"/>
              <a:gd name="connsiteX0" fmla="*/ 17486 w 4927560"/>
              <a:gd name="connsiteY0" fmla="*/ 34358 h 5850724"/>
              <a:gd name="connsiteX1" fmla="*/ 4927560 w 4927560"/>
              <a:gd name="connsiteY1" fmla="*/ 0 h 5850724"/>
              <a:gd name="connsiteX2" fmla="*/ 3175000 w 4927560"/>
              <a:gd name="connsiteY2" fmla="*/ 5846063 h 5850724"/>
              <a:gd name="connsiteX3" fmla="*/ 0 w 4927560"/>
              <a:gd name="connsiteY3" fmla="*/ 5850724 h 5850724"/>
              <a:gd name="connsiteX4" fmla="*/ 17486 w 4927560"/>
              <a:gd name="connsiteY4" fmla="*/ 34358 h 5850724"/>
              <a:gd name="connsiteX0" fmla="*/ 724 w 4933837"/>
              <a:gd name="connsiteY0" fmla="*/ 2927 h 5850724"/>
              <a:gd name="connsiteX1" fmla="*/ 4933837 w 4933837"/>
              <a:gd name="connsiteY1" fmla="*/ 0 h 5850724"/>
              <a:gd name="connsiteX2" fmla="*/ 3181277 w 4933837"/>
              <a:gd name="connsiteY2" fmla="*/ 5846063 h 5850724"/>
              <a:gd name="connsiteX3" fmla="*/ 6277 w 4933837"/>
              <a:gd name="connsiteY3" fmla="*/ 5850724 h 5850724"/>
              <a:gd name="connsiteX4" fmla="*/ 724 w 4933837"/>
              <a:gd name="connsiteY4" fmla="*/ 2927 h 5850724"/>
              <a:gd name="connsiteX0" fmla="*/ 530 w 4933643"/>
              <a:gd name="connsiteY0" fmla="*/ 2927 h 5850724"/>
              <a:gd name="connsiteX1" fmla="*/ 4933643 w 4933643"/>
              <a:gd name="connsiteY1" fmla="*/ 0 h 5850724"/>
              <a:gd name="connsiteX2" fmla="*/ 3181083 w 4933643"/>
              <a:gd name="connsiteY2" fmla="*/ 5846063 h 5850724"/>
              <a:gd name="connsiteX3" fmla="*/ 11842 w 4933643"/>
              <a:gd name="connsiteY3" fmla="*/ 5850724 h 5850724"/>
              <a:gd name="connsiteX4" fmla="*/ 530 w 4933643"/>
              <a:gd name="connsiteY4" fmla="*/ 2927 h 5850724"/>
              <a:gd name="connsiteX0" fmla="*/ 724 w 4933837"/>
              <a:gd name="connsiteY0" fmla="*/ 2927 h 5846063"/>
              <a:gd name="connsiteX1" fmla="*/ 4933837 w 4933837"/>
              <a:gd name="connsiteY1" fmla="*/ 0 h 5846063"/>
              <a:gd name="connsiteX2" fmla="*/ 3181277 w 4933837"/>
              <a:gd name="connsiteY2" fmla="*/ 5846063 h 5846063"/>
              <a:gd name="connsiteX3" fmla="*/ 6276 w 4933837"/>
              <a:gd name="connsiteY3" fmla="*/ 5844438 h 5846063"/>
              <a:gd name="connsiteX4" fmla="*/ 724 w 4933837"/>
              <a:gd name="connsiteY4" fmla="*/ 2927 h 5846063"/>
              <a:gd name="connsiteX0" fmla="*/ 724 w 4933837"/>
              <a:gd name="connsiteY0" fmla="*/ 2927 h 5844438"/>
              <a:gd name="connsiteX1" fmla="*/ 4933837 w 4933837"/>
              <a:gd name="connsiteY1" fmla="*/ 0 h 5844438"/>
              <a:gd name="connsiteX2" fmla="*/ 3227354 w 4933837"/>
              <a:gd name="connsiteY2" fmla="*/ 5827204 h 5844438"/>
              <a:gd name="connsiteX3" fmla="*/ 6276 w 4933837"/>
              <a:gd name="connsiteY3" fmla="*/ 5844438 h 5844438"/>
              <a:gd name="connsiteX4" fmla="*/ 724 w 4933837"/>
              <a:gd name="connsiteY4" fmla="*/ 2927 h 5844438"/>
              <a:gd name="connsiteX0" fmla="*/ 724 w 4951116"/>
              <a:gd name="connsiteY0" fmla="*/ 2927 h 5844438"/>
              <a:gd name="connsiteX1" fmla="*/ 4951116 w 4951116"/>
              <a:gd name="connsiteY1" fmla="*/ 0 h 5844438"/>
              <a:gd name="connsiteX2" fmla="*/ 3227354 w 4951116"/>
              <a:gd name="connsiteY2" fmla="*/ 5827204 h 5844438"/>
              <a:gd name="connsiteX3" fmla="*/ 6276 w 4951116"/>
              <a:gd name="connsiteY3" fmla="*/ 5844438 h 5844438"/>
              <a:gd name="connsiteX4" fmla="*/ 724 w 4951116"/>
              <a:gd name="connsiteY4" fmla="*/ 2927 h 5844438"/>
              <a:gd name="connsiteX0" fmla="*/ 724 w 4951116"/>
              <a:gd name="connsiteY0" fmla="*/ 2927 h 5844438"/>
              <a:gd name="connsiteX1" fmla="*/ 4951116 w 4951116"/>
              <a:gd name="connsiteY1" fmla="*/ 0 h 5844438"/>
              <a:gd name="connsiteX2" fmla="*/ 3227354 w 4951116"/>
              <a:gd name="connsiteY2" fmla="*/ 5827204 h 5844438"/>
              <a:gd name="connsiteX3" fmla="*/ 6276 w 4951116"/>
              <a:gd name="connsiteY3" fmla="*/ 5844438 h 5844438"/>
              <a:gd name="connsiteX4" fmla="*/ 724 w 4951116"/>
              <a:gd name="connsiteY4" fmla="*/ 2927 h 5844438"/>
              <a:gd name="connsiteX0" fmla="*/ 724 w 4951116"/>
              <a:gd name="connsiteY0" fmla="*/ 2927 h 5844438"/>
              <a:gd name="connsiteX1" fmla="*/ 4951116 w 4951116"/>
              <a:gd name="connsiteY1" fmla="*/ 0 h 5844438"/>
              <a:gd name="connsiteX2" fmla="*/ 3227354 w 4951116"/>
              <a:gd name="connsiteY2" fmla="*/ 5827204 h 5844438"/>
              <a:gd name="connsiteX3" fmla="*/ 6276 w 4951116"/>
              <a:gd name="connsiteY3" fmla="*/ 5844438 h 5844438"/>
              <a:gd name="connsiteX4" fmla="*/ 724 w 4951116"/>
              <a:gd name="connsiteY4" fmla="*/ 2927 h 5844438"/>
              <a:gd name="connsiteX0" fmla="*/ 724 w 4951116"/>
              <a:gd name="connsiteY0" fmla="*/ 2927 h 5844438"/>
              <a:gd name="connsiteX1" fmla="*/ 4951116 w 4951116"/>
              <a:gd name="connsiteY1" fmla="*/ 0 h 5844438"/>
              <a:gd name="connsiteX2" fmla="*/ 3227354 w 4951116"/>
              <a:gd name="connsiteY2" fmla="*/ 5827204 h 5844438"/>
              <a:gd name="connsiteX3" fmla="*/ 6276 w 4951116"/>
              <a:gd name="connsiteY3" fmla="*/ 5844438 h 5844438"/>
              <a:gd name="connsiteX4" fmla="*/ 724 w 4951116"/>
              <a:gd name="connsiteY4" fmla="*/ 2927 h 5844438"/>
              <a:gd name="connsiteX0" fmla="*/ 724 w 4951116"/>
              <a:gd name="connsiteY0" fmla="*/ 2927 h 5846063"/>
              <a:gd name="connsiteX1" fmla="*/ 4951116 w 4951116"/>
              <a:gd name="connsiteY1" fmla="*/ 0 h 5846063"/>
              <a:gd name="connsiteX2" fmla="*/ 3210074 w 4951116"/>
              <a:gd name="connsiteY2" fmla="*/ 5846063 h 5846063"/>
              <a:gd name="connsiteX3" fmla="*/ 6276 w 4951116"/>
              <a:gd name="connsiteY3" fmla="*/ 5844438 h 5846063"/>
              <a:gd name="connsiteX4" fmla="*/ 724 w 4951116"/>
              <a:gd name="connsiteY4" fmla="*/ 2927 h 5846063"/>
              <a:gd name="connsiteX0" fmla="*/ 724 w 4951116"/>
              <a:gd name="connsiteY0" fmla="*/ 2927 h 5844438"/>
              <a:gd name="connsiteX1" fmla="*/ 4951116 w 4951116"/>
              <a:gd name="connsiteY1" fmla="*/ 0 h 5844438"/>
              <a:gd name="connsiteX2" fmla="*/ 3227088 w 4951116"/>
              <a:gd name="connsiteY2" fmla="*/ 5833747 h 5844438"/>
              <a:gd name="connsiteX3" fmla="*/ 6276 w 4951116"/>
              <a:gd name="connsiteY3" fmla="*/ 5844438 h 5844438"/>
              <a:gd name="connsiteX4" fmla="*/ 724 w 4951116"/>
              <a:gd name="connsiteY4" fmla="*/ 2927 h 5844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51116" h="5844438">
                <a:moveTo>
                  <a:pt x="724" y="2927"/>
                </a:moveTo>
                <a:lnTo>
                  <a:pt x="4951116" y="0"/>
                </a:lnTo>
                <a:lnTo>
                  <a:pt x="3227088" y="5833747"/>
                </a:lnTo>
                <a:lnTo>
                  <a:pt x="6276" y="5844438"/>
                </a:lnTo>
                <a:cubicBezTo>
                  <a:pt x="10185" y="3901459"/>
                  <a:pt x="-3185" y="1945906"/>
                  <a:pt x="724" y="2927"/>
                </a:cubicBezTo>
                <a:close/>
              </a:path>
            </a:pathLst>
          </a:custGeom>
          <a:solidFill>
            <a:schemeClr val="bg1"/>
          </a:solidFill>
          <a:ln w="136525">
            <a:noFill/>
          </a:ln>
        </p:spPr>
        <p:txBody>
          <a:bodyPr lIns="72000" tIns="72000"/>
          <a:lstStyle>
            <a:lvl1pPr marL="0" indent="0">
              <a:buFontTx/>
              <a:buNone/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9B78757A-07CB-6F66-5435-BBE9232EC2C2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4842506" y="1383506"/>
            <a:ext cx="3780000" cy="2970000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20" name="Bildplatzhalter 11">
            <a:extLst>
              <a:ext uri="{FF2B5EF4-FFF2-40B4-BE49-F238E27FC236}">
                <a16:creationId xmlns:a16="http://schemas.microsoft.com/office/drawing/2014/main" id="{DFB38990-7406-3BD7-F4D1-D010BD63B5CB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4842506" y="381444"/>
            <a:ext cx="2835000" cy="70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5" name="Bildplatzhalter 11">
            <a:extLst>
              <a:ext uri="{FF2B5EF4-FFF2-40B4-BE49-F238E27FC236}">
                <a16:creationId xmlns:a16="http://schemas.microsoft.com/office/drawing/2014/main" id="{D901C521-7FB6-7741-F2D1-DEEF3ADA3D4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 bwMode="gray">
          <a:xfrm>
            <a:off x="4842506" y="4454999"/>
            <a:ext cx="486000" cy="27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7" name="Bildplatzhalter 11">
            <a:extLst>
              <a:ext uri="{FF2B5EF4-FFF2-40B4-BE49-F238E27FC236}">
                <a16:creationId xmlns:a16="http://schemas.microsoft.com/office/drawing/2014/main" id="{BE8ED28A-EFE4-149D-3D97-CB51F40047A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 bwMode="gray">
          <a:xfrm>
            <a:off x="5501306" y="4454999"/>
            <a:ext cx="486000" cy="27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8" name="Bildplatzhalter 11">
            <a:extLst>
              <a:ext uri="{FF2B5EF4-FFF2-40B4-BE49-F238E27FC236}">
                <a16:creationId xmlns:a16="http://schemas.microsoft.com/office/drawing/2014/main" id="{7B0196BD-FB39-5FDB-D7D2-7181782BE80E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 bwMode="gray">
          <a:xfrm>
            <a:off x="6160106" y="4454999"/>
            <a:ext cx="486000" cy="27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9" name="Bildplatzhalter 11">
            <a:extLst>
              <a:ext uri="{FF2B5EF4-FFF2-40B4-BE49-F238E27FC236}">
                <a16:creationId xmlns:a16="http://schemas.microsoft.com/office/drawing/2014/main" id="{61CBA71D-3614-9B89-12B9-CF72103FA61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 bwMode="gray">
          <a:xfrm>
            <a:off x="6818906" y="4454999"/>
            <a:ext cx="486000" cy="27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0" name="Bildplatzhalter 11">
            <a:extLst>
              <a:ext uri="{FF2B5EF4-FFF2-40B4-BE49-F238E27FC236}">
                <a16:creationId xmlns:a16="http://schemas.microsoft.com/office/drawing/2014/main" id="{0F4EC4B4-4D37-A24A-B7F6-EE4118CBD74C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 bwMode="gray">
          <a:xfrm>
            <a:off x="7477706" y="4454999"/>
            <a:ext cx="486000" cy="27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1" name="Bildplatzhalter 11">
            <a:extLst>
              <a:ext uri="{FF2B5EF4-FFF2-40B4-BE49-F238E27FC236}">
                <a16:creationId xmlns:a16="http://schemas.microsoft.com/office/drawing/2014/main" id="{B7E7A835-8AF0-5051-2B0B-9FF4A661976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gray">
          <a:xfrm>
            <a:off x="8136506" y="4454999"/>
            <a:ext cx="486000" cy="27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6" name="Datumsplatzhalter 15">
            <a:extLst>
              <a:ext uri="{FF2B5EF4-FFF2-40B4-BE49-F238E27FC236}">
                <a16:creationId xmlns:a16="http://schemas.microsoft.com/office/drawing/2014/main" id="{AFCD68AA-480A-BA2C-F058-5B05023406DC}"/>
              </a:ext>
            </a:extLst>
          </p:cNvPr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/>
          <a:p>
            <a:fld id="{D7814E26-57F1-0E46-91A0-82C0574FD9D3}" type="datetime1">
              <a:rPr lang="en-US" smtClean="0"/>
              <a:t>8/29/2026</a:t>
            </a:fld>
            <a:endParaRPr lang="de-DE"/>
          </a:p>
        </p:txBody>
      </p:sp>
      <p:sp>
        <p:nvSpPr>
          <p:cNvPr id="17" name="Fußzeilenplatzhalter 16">
            <a:extLst>
              <a:ext uri="{FF2B5EF4-FFF2-40B4-BE49-F238E27FC236}">
                <a16:creationId xmlns:a16="http://schemas.microsoft.com/office/drawing/2014/main" id="{902F8698-869C-423C-046E-D25F86E87053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18" name="Foliennummernplatzhalter 17">
            <a:extLst>
              <a:ext uri="{FF2B5EF4-FFF2-40B4-BE49-F238E27FC236}">
                <a16:creationId xmlns:a16="http://schemas.microsoft.com/office/drawing/2014/main" id="{B6718EDD-5947-132D-5075-A45CA87FC3E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19176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1162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schräg rechts / Logo far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DEE065EB-D3B2-9448-8048-B49E1C1E73C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4203000" y="0"/>
            <a:ext cx="4941000" cy="5143500"/>
          </a:xfrm>
          <a:custGeom>
            <a:avLst/>
            <a:gdLst>
              <a:gd name="connsiteX0" fmla="*/ 0 w 6372000"/>
              <a:gd name="connsiteY0" fmla="*/ 0 h 6889337"/>
              <a:gd name="connsiteX1" fmla="*/ 6372000 w 6372000"/>
              <a:gd name="connsiteY1" fmla="*/ 0 h 6889337"/>
              <a:gd name="connsiteX2" fmla="*/ 6372000 w 6372000"/>
              <a:gd name="connsiteY2" fmla="*/ 6889337 h 6889337"/>
              <a:gd name="connsiteX3" fmla="*/ 0 w 6372000"/>
              <a:gd name="connsiteY3" fmla="*/ 6889337 h 6889337"/>
              <a:gd name="connsiteX4" fmla="*/ 0 w 6372000"/>
              <a:gd name="connsiteY4" fmla="*/ 0 h 6889337"/>
              <a:gd name="connsiteX0" fmla="*/ 0 w 6372000"/>
              <a:gd name="connsiteY0" fmla="*/ 0 h 6889337"/>
              <a:gd name="connsiteX1" fmla="*/ 5870350 w 6372000"/>
              <a:gd name="connsiteY1" fmla="*/ 19050 h 6889337"/>
              <a:gd name="connsiteX2" fmla="*/ 6372000 w 6372000"/>
              <a:gd name="connsiteY2" fmla="*/ 6889337 h 6889337"/>
              <a:gd name="connsiteX3" fmla="*/ 0 w 6372000"/>
              <a:gd name="connsiteY3" fmla="*/ 6889337 h 6889337"/>
              <a:gd name="connsiteX4" fmla="*/ 0 w 6372000"/>
              <a:gd name="connsiteY4" fmla="*/ 0 h 6889337"/>
              <a:gd name="connsiteX0" fmla="*/ 0 w 5870350"/>
              <a:gd name="connsiteY0" fmla="*/ 0 h 6889337"/>
              <a:gd name="connsiteX1" fmla="*/ 5870350 w 5870350"/>
              <a:gd name="connsiteY1" fmla="*/ 19050 h 6889337"/>
              <a:gd name="connsiteX2" fmla="*/ 5838600 w 5870350"/>
              <a:gd name="connsiteY2" fmla="*/ 6851237 h 6889337"/>
              <a:gd name="connsiteX3" fmla="*/ 0 w 5870350"/>
              <a:gd name="connsiteY3" fmla="*/ 6889337 h 6889337"/>
              <a:gd name="connsiteX4" fmla="*/ 0 w 5870350"/>
              <a:gd name="connsiteY4" fmla="*/ 0 h 6889337"/>
              <a:gd name="connsiteX0" fmla="*/ 0 w 5870350"/>
              <a:gd name="connsiteY0" fmla="*/ 0 h 6889337"/>
              <a:gd name="connsiteX1" fmla="*/ 5870350 w 5870350"/>
              <a:gd name="connsiteY1" fmla="*/ 19050 h 6889337"/>
              <a:gd name="connsiteX2" fmla="*/ 5819550 w 5870350"/>
              <a:gd name="connsiteY2" fmla="*/ 6851237 h 6889337"/>
              <a:gd name="connsiteX3" fmla="*/ 0 w 5870350"/>
              <a:gd name="connsiteY3" fmla="*/ 6889337 h 6889337"/>
              <a:gd name="connsiteX4" fmla="*/ 0 w 5870350"/>
              <a:gd name="connsiteY4" fmla="*/ 0 h 6889337"/>
              <a:gd name="connsiteX0" fmla="*/ 0 w 5870350"/>
              <a:gd name="connsiteY0" fmla="*/ 0 h 6889337"/>
              <a:gd name="connsiteX1" fmla="*/ 5870350 w 5870350"/>
              <a:gd name="connsiteY1" fmla="*/ 19050 h 6889337"/>
              <a:gd name="connsiteX2" fmla="*/ 5819550 w 5870350"/>
              <a:gd name="connsiteY2" fmla="*/ 6870287 h 6889337"/>
              <a:gd name="connsiteX3" fmla="*/ 0 w 5870350"/>
              <a:gd name="connsiteY3" fmla="*/ 6889337 h 6889337"/>
              <a:gd name="connsiteX4" fmla="*/ 0 w 5870350"/>
              <a:gd name="connsiteY4" fmla="*/ 0 h 6889337"/>
              <a:gd name="connsiteX0" fmla="*/ 0 w 5851300"/>
              <a:gd name="connsiteY0" fmla="*/ 0 h 6889337"/>
              <a:gd name="connsiteX1" fmla="*/ 5851300 w 5851300"/>
              <a:gd name="connsiteY1" fmla="*/ 25400 h 6889337"/>
              <a:gd name="connsiteX2" fmla="*/ 5819550 w 5851300"/>
              <a:gd name="connsiteY2" fmla="*/ 6870287 h 6889337"/>
              <a:gd name="connsiteX3" fmla="*/ 0 w 5851300"/>
              <a:gd name="connsiteY3" fmla="*/ 6889337 h 6889337"/>
              <a:gd name="connsiteX4" fmla="*/ 0 w 5851300"/>
              <a:gd name="connsiteY4" fmla="*/ 0 h 6889337"/>
              <a:gd name="connsiteX0" fmla="*/ 2203450 w 8054750"/>
              <a:gd name="connsiteY0" fmla="*/ 0 h 6889337"/>
              <a:gd name="connsiteX1" fmla="*/ 8054750 w 8054750"/>
              <a:gd name="connsiteY1" fmla="*/ 25400 h 6889337"/>
              <a:gd name="connsiteX2" fmla="*/ 8023000 w 8054750"/>
              <a:gd name="connsiteY2" fmla="*/ 6870287 h 6889337"/>
              <a:gd name="connsiteX3" fmla="*/ 0 w 8054750"/>
              <a:gd name="connsiteY3" fmla="*/ 6889337 h 6889337"/>
              <a:gd name="connsiteX4" fmla="*/ 2203450 w 8054750"/>
              <a:gd name="connsiteY4" fmla="*/ 0 h 6889337"/>
              <a:gd name="connsiteX0" fmla="*/ 2203450 w 8023000"/>
              <a:gd name="connsiteY0" fmla="*/ 0 h 6889337"/>
              <a:gd name="connsiteX1" fmla="*/ 6692675 w 8023000"/>
              <a:gd name="connsiteY1" fmla="*/ 15875 h 6889337"/>
              <a:gd name="connsiteX2" fmla="*/ 8023000 w 8023000"/>
              <a:gd name="connsiteY2" fmla="*/ 6870287 h 6889337"/>
              <a:gd name="connsiteX3" fmla="*/ 0 w 8023000"/>
              <a:gd name="connsiteY3" fmla="*/ 6889337 h 6889337"/>
              <a:gd name="connsiteX4" fmla="*/ 2203450 w 8023000"/>
              <a:gd name="connsiteY4" fmla="*/ 0 h 6889337"/>
              <a:gd name="connsiteX0" fmla="*/ 2203450 w 6692675"/>
              <a:gd name="connsiteY0" fmla="*/ 0 h 6889337"/>
              <a:gd name="connsiteX1" fmla="*/ 6692675 w 6692675"/>
              <a:gd name="connsiteY1" fmla="*/ 15875 h 6889337"/>
              <a:gd name="connsiteX2" fmla="*/ 6679975 w 6692675"/>
              <a:gd name="connsiteY2" fmla="*/ 6879812 h 6889337"/>
              <a:gd name="connsiteX3" fmla="*/ 0 w 6692675"/>
              <a:gd name="connsiteY3" fmla="*/ 6889337 h 6889337"/>
              <a:gd name="connsiteX4" fmla="*/ 2203450 w 6692675"/>
              <a:gd name="connsiteY4" fmla="*/ 0 h 6889337"/>
              <a:gd name="connsiteX0" fmla="*/ 2232165 w 6692675"/>
              <a:gd name="connsiteY0" fmla="*/ 0 h 6889337"/>
              <a:gd name="connsiteX1" fmla="*/ 6692675 w 6692675"/>
              <a:gd name="connsiteY1" fmla="*/ 15875 h 6889337"/>
              <a:gd name="connsiteX2" fmla="*/ 6679975 w 6692675"/>
              <a:gd name="connsiteY2" fmla="*/ 6879812 h 6889337"/>
              <a:gd name="connsiteX3" fmla="*/ 0 w 6692675"/>
              <a:gd name="connsiteY3" fmla="*/ 6889337 h 6889337"/>
              <a:gd name="connsiteX4" fmla="*/ 2232165 w 6692675"/>
              <a:gd name="connsiteY4" fmla="*/ 0 h 6889337"/>
              <a:gd name="connsiteX0" fmla="*/ 2232165 w 6692675"/>
              <a:gd name="connsiteY0" fmla="*/ 0 h 6879812"/>
              <a:gd name="connsiteX1" fmla="*/ 6692675 w 6692675"/>
              <a:gd name="connsiteY1" fmla="*/ 6350 h 6879812"/>
              <a:gd name="connsiteX2" fmla="*/ 6679975 w 6692675"/>
              <a:gd name="connsiteY2" fmla="*/ 6870287 h 6879812"/>
              <a:gd name="connsiteX3" fmla="*/ 0 w 6692675"/>
              <a:gd name="connsiteY3" fmla="*/ 6879812 h 6879812"/>
              <a:gd name="connsiteX4" fmla="*/ 2232165 w 6692675"/>
              <a:gd name="connsiteY4" fmla="*/ 0 h 6879812"/>
              <a:gd name="connsiteX0" fmla="*/ 2232165 w 6692675"/>
              <a:gd name="connsiteY0" fmla="*/ 0 h 6879812"/>
              <a:gd name="connsiteX1" fmla="*/ 6692675 w 6692675"/>
              <a:gd name="connsiteY1" fmla="*/ 6350 h 6879812"/>
              <a:gd name="connsiteX2" fmla="*/ 6679975 w 6692675"/>
              <a:gd name="connsiteY2" fmla="*/ 6870287 h 6879812"/>
              <a:gd name="connsiteX3" fmla="*/ 0 w 6692675"/>
              <a:gd name="connsiteY3" fmla="*/ 6879812 h 6879812"/>
              <a:gd name="connsiteX4" fmla="*/ 2232165 w 6692675"/>
              <a:gd name="connsiteY4" fmla="*/ 0 h 6879812"/>
              <a:gd name="connsiteX0" fmla="*/ 2227380 w 6692675"/>
              <a:gd name="connsiteY0" fmla="*/ 3175 h 6873462"/>
              <a:gd name="connsiteX1" fmla="*/ 6692675 w 6692675"/>
              <a:gd name="connsiteY1" fmla="*/ 0 h 6873462"/>
              <a:gd name="connsiteX2" fmla="*/ 6679975 w 6692675"/>
              <a:gd name="connsiteY2" fmla="*/ 6863937 h 6873462"/>
              <a:gd name="connsiteX3" fmla="*/ 0 w 6692675"/>
              <a:gd name="connsiteY3" fmla="*/ 6873462 h 6873462"/>
              <a:gd name="connsiteX4" fmla="*/ 2227380 w 6692675"/>
              <a:gd name="connsiteY4" fmla="*/ 3175 h 6873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2675" h="6873462">
                <a:moveTo>
                  <a:pt x="2227380" y="3175"/>
                </a:moveTo>
                <a:lnTo>
                  <a:pt x="6692675" y="0"/>
                </a:lnTo>
                <a:cubicBezTo>
                  <a:pt x="6688442" y="2287979"/>
                  <a:pt x="6684208" y="4575958"/>
                  <a:pt x="6679975" y="6863937"/>
                </a:cubicBezTo>
                <a:lnTo>
                  <a:pt x="0" y="6873462"/>
                </a:lnTo>
                <a:lnTo>
                  <a:pt x="2227380" y="31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36525">
            <a:noFill/>
          </a:ln>
        </p:spPr>
        <p:txBody>
          <a:bodyPr tIns="72000" rIns="72000"/>
          <a:lstStyle>
            <a:lvl1pPr marL="0" indent="0" algn="r">
              <a:buFontTx/>
              <a:buNone/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22" name="Bildplatzhalter 11">
            <a:extLst>
              <a:ext uri="{FF2B5EF4-FFF2-40B4-BE49-F238E27FC236}">
                <a16:creationId xmlns:a16="http://schemas.microsoft.com/office/drawing/2014/main" id="{B373FA6F-0045-E54C-9176-BAFF8C4E293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521494" y="381444"/>
            <a:ext cx="3780000" cy="70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1" name="Bildplatzhalter 11">
            <a:extLst>
              <a:ext uri="{FF2B5EF4-FFF2-40B4-BE49-F238E27FC236}">
                <a16:creationId xmlns:a16="http://schemas.microsoft.com/office/drawing/2014/main" id="{6714D723-1920-DC72-D6C7-2B8D18749E7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 bwMode="gray">
          <a:xfrm>
            <a:off x="521494" y="4482000"/>
            <a:ext cx="486000" cy="27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3" name="Bildplatzhalter 11">
            <a:extLst>
              <a:ext uri="{FF2B5EF4-FFF2-40B4-BE49-F238E27FC236}">
                <a16:creationId xmlns:a16="http://schemas.microsoft.com/office/drawing/2014/main" id="{DA3EB8F5-AFAD-38EE-663F-F4483A175F2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 bwMode="gray">
          <a:xfrm>
            <a:off x="1151418" y="4482000"/>
            <a:ext cx="486000" cy="27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4" name="Bildplatzhalter 11">
            <a:extLst>
              <a:ext uri="{FF2B5EF4-FFF2-40B4-BE49-F238E27FC236}">
                <a16:creationId xmlns:a16="http://schemas.microsoft.com/office/drawing/2014/main" id="{4F330549-5C39-3325-F5E5-7DED9FB6F90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 bwMode="gray">
          <a:xfrm>
            <a:off x="1781342" y="4482000"/>
            <a:ext cx="486000" cy="27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5" name="Bildplatzhalter 11">
            <a:extLst>
              <a:ext uri="{FF2B5EF4-FFF2-40B4-BE49-F238E27FC236}">
                <a16:creationId xmlns:a16="http://schemas.microsoft.com/office/drawing/2014/main" id="{FE547329-FEE6-F9A4-B439-68FAEC92781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 bwMode="gray">
          <a:xfrm>
            <a:off x="2411267" y="4482000"/>
            <a:ext cx="486000" cy="27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6" name="Bildplatzhalter 11">
            <a:extLst>
              <a:ext uri="{FF2B5EF4-FFF2-40B4-BE49-F238E27FC236}">
                <a16:creationId xmlns:a16="http://schemas.microsoft.com/office/drawing/2014/main" id="{3FE8FE4C-1E0E-9FC0-3B58-95844B74879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 bwMode="gray">
          <a:xfrm>
            <a:off x="3041191" y="4482000"/>
            <a:ext cx="486000" cy="27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7" name="Bildplatzhalter 11">
            <a:extLst>
              <a:ext uri="{FF2B5EF4-FFF2-40B4-BE49-F238E27FC236}">
                <a16:creationId xmlns:a16="http://schemas.microsoft.com/office/drawing/2014/main" id="{9C98B1E4-4939-0D12-D694-01CD39DB15B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gray">
          <a:xfrm>
            <a:off x="3646327" y="4482000"/>
            <a:ext cx="486000" cy="27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B07F18AC-7744-A4E8-94C9-F9C9DE05D16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1494" y="1383506"/>
            <a:ext cx="3780000" cy="2970000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Parallelogramm 4">
            <a:extLst>
              <a:ext uri="{FF2B5EF4-FFF2-40B4-BE49-F238E27FC236}">
                <a16:creationId xmlns:a16="http://schemas.microsoft.com/office/drawing/2014/main" id="{BCB31CE8-D1B5-9C1A-58C7-1059C79BC69F}"/>
              </a:ext>
            </a:extLst>
          </p:cNvPr>
          <p:cNvSpPr/>
          <p:nvPr userDrawn="1"/>
        </p:nvSpPr>
        <p:spPr bwMode="gray">
          <a:xfrm>
            <a:off x="4147200" y="0"/>
            <a:ext cx="1706400" cy="5143500"/>
          </a:xfrm>
          <a:prstGeom prst="parallelogram">
            <a:avLst>
              <a:gd name="adj" fmla="val 9672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7BB977EE-B9B1-7CBB-D317-4307B2A95A18}"/>
              </a:ext>
            </a:extLst>
          </p:cNvPr>
          <p:cNvSpPr>
            <a:spLocks noGrp="1"/>
          </p:cNvSpPr>
          <p:nvPr>
            <p:ph type="dt" sz="half" idx="31"/>
          </p:nvPr>
        </p:nvSpPr>
        <p:spPr bwMode="gray">
          <a:xfrm>
            <a:off x="521494" y="4873500"/>
            <a:ext cx="2057400" cy="135000"/>
          </a:xfrm>
        </p:spPr>
        <p:txBody>
          <a:bodyPr/>
          <a:lstStyle/>
          <a:p>
            <a:fld id="{996EA83E-5465-9E4A-80F9-51F3CC32542D}" type="datetime1">
              <a:rPr lang="en-US" smtClean="0"/>
              <a:t>8/29/2026</a:t>
            </a:fld>
            <a:endParaRPr lang="de-DE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CEF97FD6-05E7-60D3-E05C-B5227494FF5C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01C51582-E549-5504-DC73-77F5009C9590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" name="Textplatzhalter 5">
            <a:extLst>
              <a:ext uri="{FF2B5EF4-FFF2-40B4-BE49-F238E27FC236}">
                <a16:creationId xmlns:a16="http://schemas.microsoft.com/office/drawing/2014/main" id="{0AD9E404-B460-269C-6C38-7D79FB72A9A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black">
          <a:xfrm>
            <a:off x="7960201" y="415085"/>
            <a:ext cx="688500" cy="156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30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67">
          <p15:clr>
            <a:srgbClr val="FBAE40"/>
          </p15:clr>
        </p15:guide>
        <p15:guide id="2" orient="horz" pos="1162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schräg rechts / Logo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DEE065EB-D3B2-9448-8048-B49E1C1E73C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 bwMode="gray">
          <a:xfrm>
            <a:off x="4203000" y="0"/>
            <a:ext cx="4941000" cy="5143500"/>
          </a:xfrm>
          <a:custGeom>
            <a:avLst/>
            <a:gdLst>
              <a:gd name="connsiteX0" fmla="*/ 0 w 6372000"/>
              <a:gd name="connsiteY0" fmla="*/ 0 h 6889337"/>
              <a:gd name="connsiteX1" fmla="*/ 6372000 w 6372000"/>
              <a:gd name="connsiteY1" fmla="*/ 0 h 6889337"/>
              <a:gd name="connsiteX2" fmla="*/ 6372000 w 6372000"/>
              <a:gd name="connsiteY2" fmla="*/ 6889337 h 6889337"/>
              <a:gd name="connsiteX3" fmla="*/ 0 w 6372000"/>
              <a:gd name="connsiteY3" fmla="*/ 6889337 h 6889337"/>
              <a:gd name="connsiteX4" fmla="*/ 0 w 6372000"/>
              <a:gd name="connsiteY4" fmla="*/ 0 h 6889337"/>
              <a:gd name="connsiteX0" fmla="*/ 0 w 6372000"/>
              <a:gd name="connsiteY0" fmla="*/ 0 h 6889337"/>
              <a:gd name="connsiteX1" fmla="*/ 5870350 w 6372000"/>
              <a:gd name="connsiteY1" fmla="*/ 19050 h 6889337"/>
              <a:gd name="connsiteX2" fmla="*/ 6372000 w 6372000"/>
              <a:gd name="connsiteY2" fmla="*/ 6889337 h 6889337"/>
              <a:gd name="connsiteX3" fmla="*/ 0 w 6372000"/>
              <a:gd name="connsiteY3" fmla="*/ 6889337 h 6889337"/>
              <a:gd name="connsiteX4" fmla="*/ 0 w 6372000"/>
              <a:gd name="connsiteY4" fmla="*/ 0 h 6889337"/>
              <a:gd name="connsiteX0" fmla="*/ 0 w 5870350"/>
              <a:gd name="connsiteY0" fmla="*/ 0 h 6889337"/>
              <a:gd name="connsiteX1" fmla="*/ 5870350 w 5870350"/>
              <a:gd name="connsiteY1" fmla="*/ 19050 h 6889337"/>
              <a:gd name="connsiteX2" fmla="*/ 5838600 w 5870350"/>
              <a:gd name="connsiteY2" fmla="*/ 6851237 h 6889337"/>
              <a:gd name="connsiteX3" fmla="*/ 0 w 5870350"/>
              <a:gd name="connsiteY3" fmla="*/ 6889337 h 6889337"/>
              <a:gd name="connsiteX4" fmla="*/ 0 w 5870350"/>
              <a:gd name="connsiteY4" fmla="*/ 0 h 6889337"/>
              <a:gd name="connsiteX0" fmla="*/ 0 w 5870350"/>
              <a:gd name="connsiteY0" fmla="*/ 0 h 6889337"/>
              <a:gd name="connsiteX1" fmla="*/ 5870350 w 5870350"/>
              <a:gd name="connsiteY1" fmla="*/ 19050 h 6889337"/>
              <a:gd name="connsiteX2" fmla="*/ 5819550 w 5870350"/>
              <a:gd name="connsiteY2" fmla="*/ 6851237 h 6889337"/>
              <a:gd name="connsiteX3" fmla="*/ 0 w 5870350"/>
              <a:gd name="connsiteY3" fmla="*/ 6889337 h 6889337"/>
              <a:gd name="connsiteX4" fmla="*/ 0 w 5870350"/>
              <a:gd name="connsiteY4" fmla="*/ 0 h 6889337"/>
              <a:gd name="connsiteX0" fmla="*/ 0 w 5870350"/>
              <a:gd name="connsiteY0" fmla="*/ 0 h 6889337"/>
              <a:gd name="connsiteX1" fmla="*/ 5870350 w 5870350"/>
              <a:gd name="connsiteY1" fmla="*/ 19050 h 6889337"/>
              <a:gd name="connsiteX2" fmla="*/ 5819550 w 5870350"/>
              <a:gd name="connsiteY2" fmla="*/ 6870287 h 6889337"/>
              <a:gd name="connsiteX3" fmla="*/ 0 w 5870350"/>
              <a:gd name="connsiteY3" fmla="*/ 6889337 h 6889337"/>
              <a:gd name="connsiteX4" fmla="*/ 0 w 5870350"/>
              <a:gd name="connsiteY4" fmla="*/ 0 h 6889337"/>
              <a:gd name="connsiteX0" fmla="*/ 0 w 5851300"/>
              <a:gd name="connsiteY0" fmla="*/ 0 h 6889337"/>
              <a:gd name="connsiteX1" fmla="*/ 5851300 w 5851300"/>
              <a:gd name="connsiteY1" fmla="*/ 25400 h 6889337"/>
              <a:gd name="connsiteX2" fmla="*/ 5819550 w 5851300"/>
              <a:gd name="connsiteY2" fmla="*/ 6870287 h 6889337"/>
              <a:gd name="connsiteX3" fmla="*/ 0 w 5851300"/>
              <a:gd name="connsiteY3" fmla="*/ 6889337 h 6889337"/>
              <a:gd name="connsiteX4" fmla="*/ 0 w 5851300"/>
              <a:gd name="connsiteY4" fmla="*/ 0 h 6889337"/>
              <a:gd name="connsiteX0" fmla="*/ 2203450 w 8054750"/>
              <a:gd name="connsiteY0" fmla="*/ 0 h 6889337"/>
              <a:gd name="connsiteX1" fmla="*/ 8054750 w 8054750"/>
              <a:gd name="connsiteY1" fmla="*/ 25400 h 6889337"/>
              <a:gd name="connsiteX2" fmla="*/ 8023000 w 8054750"/>
              <a:gd name="connsiteY2" fmla="*/ 6870287 h 6889337"/>
              <a:gd name="connsiteX3" fmla="*/ 0 w 8054750"/>
              <a:gd name="connsiteY3" fmla="*/ 6889337 h 6889337"/>
              <a:gd name="connsiteX4" fmla="*/ 2203450 w 8054750"/>
              <a:gd name="connsiteY4" fmla="*/ 0 h 6889337"/>
              <a:gd name="connsiteX0" fmla="*/ 2203450 w 8023000"/>
              <a:gd name="connsiteY0" fmla="*/ 0 h 6889337"/>
              <a:gd name="connsiteX1" fmla="*/ 6692675 w 8023000"/>
              <a:gd name="connsiteY1" fmla="*/ 15875 h 6889337"/>
              <a:gd name="connsiteX2" fmla="*/ 8023000 w 8023000"/>
              <a:gd name="connsiteY2" fmla="*/ 6870287 h 6889337"/>
              <a:gd name="connsiteX3" fmla="*/ 0 w 8023000"/>
              <a:gd name="connsiteY3" fmla="*/ 6889337 h 6889337"/>
              <a:gd name="connsiteX4" fmla="*/ 2203450 w 8023000"/>
              <a:gd name="connsiteY4" fmla="*/ 0 h 6889337"/>
              <a:gd name="connsiteX0" fmla="*/ 2203450 w 6692675"/>
              <a:gd name="connsiteY0" fmla="*/ 0 h 6889337"/>
              <a:gd name="connsiteX1" fmla="*/ 6692675 w 6692675"/>
              <a:gd name="connsiteY1" fmla="*/ 15875 h 6889337"/>
              <a:gd name="connsiteX2" fmla="*/ 6679975 w 6692675"/>
              <a:gd name="connsiteY2" fmla="*/ 6879812 h 6889337"/>
              <a:gd name="connsiteX3" fmla="*/ 0 w 6692675"/>
              <a:gd name="connsiteY3" fmla="*/ 6889337 h 6889337"/>
              <a:gd name="connsiteX4" fmla="*/ 2203450 w 6692675"/>
              <a:gd name="connsiteY4" fmla="*/ 0 h 6889337"/>
              <a:gd name="connsiteX0" fmla="*/ 2232165 w 6692675"/>
              <a:gd name="connsiteY0" fmla="*/ 0 h 6889337"/>
              <a:gd name="connsiteX1" fmla="*/ 6692675 w 6692675"/>
              <a:gd name="connsiteY1" fmla="*/ 15875 h 6889337"/>
              <a:gd name="connsiteX2" fmla="*/ 6679975 w 6692675"/>
              <a:gd name="connsiteY2" fmla="*/ 6879812 h 6889337"/>
              <a:gd name="connsiteX3" fmla="*/ 0 w 6692675"/>
              <a:gd name="connsiteY3" fmla="*/ 6889337 h 6889337"/>
              <a:gd name="connsiteX4" fmla="*/ 2232165 w 6692675"/>
              <a:gd name="connsiteY4" fmla="*/ 0 h 6889337"/>
              <a:gd name="connsiteX0" fmla="*/ 2232165 w 6692675"/>
              <a:gd name="connsiteY0" fmla="*/ 0 h 6879812"/>
              <a:gd name="connsiteX1" fmla="*/ 6692675 w 6692675"/>
              <a:gd name="connsiteY1" fmla="*/ 6350 h 6879812"/>
              <a:gd name="connsiteX2" fmla="*/ 6679975 w 6692675"/>
              <a:gd name="connsiteY2" fmla="*/ 6870287 h 6879812"/>
              <a:gd name="connsiteX3" fmla="*/ 0 w 6692675"/>
              <a:gd name="connsiteY3" fmla="*/ 6879812 h 6879812"/>
              <a:gd name="connsiteX4" fmla="*/ 2232165 w 6692675"/>
              <a:gd name="connsiteY4" fmla="*/ 0 h 6879812"/>
              <a:gd name="connsiteX0" fmla="*/ 2232165 w 6692675"/>
              <a:gd name="connsiteY0" fmla="*/ 0 h 6879812"/>
              <a:gd name="connsiteX1" fmla="*/ 6692675 w 6692675"/>
              <a:gd name="connsiteY1" fmla="*/ 6350 h 6879812"/>
              <a:gd name="connsiteX2" fmla="*/ 6679975 w 6692675"/>
              <a:gd name="connsiteY2" fmla="*/ 6870287 h 6879812"/>
              <a:gd name="connsiteX3" fmla="*/ 0 w 6692675"/>
              <a:gd name="connsiteY3" fmla="*/ 6879812 h 6879812"/>
              <a:gd name="connsiteX4" fmla="*/ 2232165 w 6692675"/>
              <a:gd name="connsiteY4" fmla="*/ 0 h 6879812"/>
              <a:gd name="connsiteX0" fmla="*/ 2227380 w 6692675"/>
              <a:gd name="connsiteY0" fmla="*/ 3175 h 6873462"/>
              <a:gd name="connsiteX1" fmla="*/ 6692675 w 6692675"/>
              <a:gd name="connsiteY1" fmla="*/ 0 h 6873462"/>
              <a:gd name="connsiteX2" fmla="*/ 6679975 w 6692675"/>
              <a:gd name="connsiteY2" fmla="*/ 6863937 h 6873462"/>
              <a:gd name="connsiteX3" fmla="*/ 0 w 6692675"/>
              <a:gd name="connsiteY3" fmla="*/ 6873462 h 6873462"/>
              <a:gd name="connsiteX4" fmla="*/ 2227380 w 6692675"/>
              <a:gd name="connsiteY4" fmla="*/ 3175 h 6873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92675" h="6873462">
                <a:moveTo>
                  <a:pt x="2227380" y="3175"/>
                </a:moveTo>
                <a:lnTo>
                  <a:pt x="6692675" y="0"/>
                </a:lnTo>
                <a:cubicBezTo>
                  <a:pt x="6688442" y="2287979"/>
                  <a:pt x="6684208" y="4575958"/>
                  <a:pt x="6679975" y="6863937"/>
                </a:cubicBezTo>
                <a:lnTo>
                  <a:pt x="0" y="6873462"/>
                </a:lnTo>
                <a:lnTo>
                  <a:pt x="2227380" y="31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36525">
            <a:noFill/>
          </a:ln>
        </p:spPr>
        <p:txBody>
          <a:bodyPr tIns="72000" rIns="72000"/>
          <a:lstStyle>
            <a:lvl1pPr marL="0" indent="0" algn="r">
              <a:buFontTx/>
              <a:buNone/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22" name="Bildplatzhalter 11">
            <a:extLst>
              <a:ext uri="{FF2B5EF4-FFF2-40B4-BE49-F238E27FC236}">
                <a16:creationId xmlns:a16="http://schemas.microsoft.com/office/drawing/2014/main" id="{B373FA6F-0045-E54C-9176-BAFF8C4E293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 bwMode="gray">
          <a:xfrm>
            <a:off x="521494" y="381444"/>
            <a:ext cx="3780000" cy="702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1" name="Bildplatzhalter 11">
            <a:extLst>
              <a:ext uri="{FF2B5EF4-FFF2-40B4-BE49-F238E27FC236}">
                <a16:creationId xmlns:a16="http://schemas.microsoft.com/office/drawing/2014/main" id="{6714D723-1920-DC72-D6C7-2B8D18749E7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 bwMode="gray">
          <a:xfrm>
            <a:off x="521494" y="4482000"/>
            <a:ext cx="486000" cy="27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3" name="Bildplatzhalter 11">
            <a:extLst>
              <a:ext uri="{FF2B5EF4-FFF2-40B4-BE49-F238E27FC236}">
                <a16:creationId xmlns:a16="http://schemas.microsoft.com/office/drawing/2014/main" id="{DA3EB8F5-AFAD-38EE-663F-F4483A175F2A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 bwMode="gray">
          <a:xfrm>
            <a:off x="1151418" y="4482000"/>
            <a:ext cx="486000" cy="27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4" name="Bildplatzhalter 11">
            <a:extLst>
              <a:ext uri="{FF2B5EF4-FFF2-40B4-BE49-F238E27FC236}">
                <a16:creationId xmlns:a16="http://schemas.microsoft.com/office/drawing/2014/main" id="{4F330549-5C39-3325-F5E5-7DED9FB6F90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 bwMode="gray">
          <a:xfrm>
            <a:off x="1781342" y="4482000"/>
            <a:ext cx="486000" cy="27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5" name="Bildplatzhalter 11">
            <a:extLst>
              <a:ext uri="{FF2B5EF4-FFF2-40B4-BE49-F238E27FC236}">
                <a16:creationId xmlns:a16="http://schemas.microsoft.com/office/drawing/2014/main" id="{FE547329-FEE6-F9A4-B439-68FAEC927817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 bwMode="gray">
          <a:xfrm>
            <a:off x="2411267" y="4482000"/>
            <a:ext cx="486000" cy="27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6" name="Bildplatzhalter 11">
            <a:extLst>
              <a:ext uri="{FF2B5EF4-FFF2-40B4-BE49-F238E27FC236}">
                <a16:creationId xmlns:a16="http://schemas.microsoft.com/office/drawing/2014/main" id="{3FE8FE4C-1E0E-9FC0-3B58-95844B74879A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 bwMode="gray">
          <a:xfrm>
            <a:off x="3041191" y="4482000"/>
            <a:ext cx="486000" cy="27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7" name="Bildplatzhalter 11">
            <a:extLst>
              <a:ext uri="{FF2B5EF4-FFF2-40B4-BE49-F238E27FC236}">
                <a16:creationId xmlns:a16="http://schemas.microsoft.com/office/drawing/2014/main" id="{9C98B1E4-4939-0D12-D694-01CD39DB15B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 bwMode="gray">
          <a:xfrm>
            <a:off x="3646327" y="4482000"/>
            <a:ext cx="486000" cy="27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9" name="Inhaltsplatzhalter 2">
            <a:extLst>
              <a:ext uri="{FF2B5EF4-FFF2-40B4-BE49-F238E27FC236}">
                <a16:creationId xmlns:a16="http://schemas.microsoft.com/office/drawing/2014/main" id="{B07F18AC-7744-A4E8-94C9-F9C9DE05D164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1494" y="1383506"/>
            <a:ext cx="3780000" cy="2970000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Parallelogramm 4">
            <a:extLst>
              <a:ext uri="{FF2B5EF4-FFF2-40B4-BE49-F238E27FC236}">
                <a16:creationId xmlns:a16="http://schemas.microsoft.com/office/drawing/2014/main" id="{BCB31CE8-D1B5-9C1A-58C7-1059C79BC69F}"/>
              </a:ext>
            </a:extLst>
          </p:cNvPr>
          <p:cNvSpPr/>
          <p:nvPr userDrawn="1"/>
        </p:nvSpPr>
        <p:spPr bwMode="gray">
          <a:xfrm>
            <a:off x="4147200" y="0"/>
            <a:ext cx="1706400" cy="5143500"/>
          </a:xfrm>
          <a:prstGeom prst="parallelogram">
            <a:avLst>
              <a:gd name="adj" fmla="val 96725"/>
            </a:avLst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7BB977EE-B9B1-7CBB-D317-4307B2A95A18}"/>
              </a:ext>
            </a:extLst>
          </p:cNvPr>
          <p:cNvSpPr>
            <a:spLocks noGrp="1"/>
          </p:cNvSpPr>
          <p:nvPr>
            <p:ph type="dt" sz="half" idx="31"/>
          </p:nvPr>
        </p:nvSpPr>
        <p:spPr bwMode="gray">
          <a:xfrm>
            <a:off x="521494" y="4873500"/>
            <a:ext cx="2057400" cy="135000"/>
          </a:xfrm>
        </p:spPr>
        <p:txBody>
          <a:bodyPr/>
          <a:lstStyle/>
          <a:p>
            <a:fld id="{622D4D02-300A-A345-9173-2B99CA86BE3C}" type="datetime1">
              <a:rPr lang="en-US" smtClean="0"/>
              <a:t>8/29/2026</a:t>
            </a:fld>
            <a:endParaRPr lang="de-DE"/>
          </a:p>
        </p:txBody>
      </p:sp>
      <p:sp>
        <p:nvSpPr>
          <p:cNvPr id="20" name="Fußzeilenplatzhalter 19">
            <a:extLst>
              <a:ext uri="{FF2B5EF4-FFF2-40B4-BE49-F238E27FC236}">
                <a16:creationId xmlns:a16="http://schemas.microsoft.com/office/drawing/2014/main" id="{CEF97FD6-05E7-60D3-E05C-B5227494FF5C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01C51582-E549-5504-DC73-77F5009C9590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3" name="Textplatzhalter 5">
            <a:extLst>
              <a:ext uri="{FF2B5EF4-FFF2-40B4-BE49-F238E27FC236}">
                <a16:creationId xmlns:a16="http://schemas.microsoft.com/office/drawing/2014/main" id="{F71A953F-F1F6-C0CA-9667-B7806FCACA2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white">
          <a:xfrm>
            <a:off x="7960201" y="415085"/>
            <a:ext cx="688500" cy="156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0461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67">
          <p15:clr>
            <a:srgbClr val="FBAE40"/>
          </p15:clr>
        </p15:guide>
        <p15:guide id="2" orient="horz" pos="1162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oben + Inhalt / Logo far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85BA5DD-E1A9-9DF9-4FA8-ED13D394BE0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9144000" cy="2842022"/>
          </a:xfrm>
          <a:solidFill>
            <a:schemeClr val="bg1">
              <a:lumMod val="95000"/>
            </a:schemeClr>
          </a:solidFill>
        </p:spPr>
        <p:txBody>
          <a:bodyPr lIns="72000" tIns="72000"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3B5843-6B3D-3E91-C918-15D7C3C8A421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1494" y="3732846"/>
            <a:ext cx="8101013" cy="998698"/>
          </a:xfrm>
        </p:spPr>
        <p:txBody>
          <a:bodyPr/>
          <a:lstStyle>
            <a:lvl5pPr marL="540000" indent="0">
              <a:defRPr/>
            </a:lvl5pPr>
            <a:lvl8pPr indent="-378000">
              <a:defRPr sz="1800" cap="none" baseline="0">
                <a:solidFill>
                  <a:schemeClr val="accent1">
                    <a:lumMod val="75000"/>
                  </a:schemeClr>
                </a:solidFill>
              </a:defRPr>
            </a:lvl8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1F6572-329A-4E72-D77B-49C67A7FD14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1E8B647-06E5-E84F-9568-015F9D3B4DCD}" type="datetime1">
              <a:rPr lang="en-US" smtClean="0"/>
              <a:t>8/29/2026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86717B-2EA4-4A72-A334-0F4C15DC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E4FAA3-E657-7565-2172-3ED52433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98D279D-9EEE-4375-932F-276CB614E9A4}" type="slidenum">
              <a:rPr lang="de-DE" smtClean="0"/>
              <a:t>‹#›</a:t>
            </a:fld>
            <a:endParaRPr lang="de-DE"/>
          </a:p>
        </p:txBody>
      </p:sp>
      <p:sp>
        <p:nvSpPr>
          <p:cNvPr id="14" name="Bildplatzhalter 11">
            <a:extLst>
              <a:ext uri="{FF2B5EF4-FFF2-40B4-BE49-F238E27FC236}">
                <a16:creationId xmlns:a16="http://schemas.microsoft.com/office/drawing/2014/main" id="{F28DE939-76E1-9BC4-AD48-44B6AE480E1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3788913" y="3032927"/>
            <a:ext cx="1566174" cy="5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4B6B48E-44FC-25ED-BF46-F5DAF7E969A6}"/>
              </a:ext>
            </a:extLst>
          </p:cNvPr>
          <p:cNvSpPr/>
          <p:nvPr userDrawn="1"/>
        </p:nvSpPr>
        <p:spPr bwMode="gray">
          <a:xfrm>
            <a:off x="0" y="2842021"/>
            <a:ext cx="9144000" cy="59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8" name="Textplatzhalter 5">
            <a:extLst>
              <a:ext uri="{FF2B5EF4-FFF2-40B4-BE49-F238E27FC236}">
                <a16:creationId xmlns:a16="http://schemas.microsoft.com/office/drawing/2014/main" id="{F24A48FB-AC19-D5EC-F682-9E3782CD354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black">
          <a:xfrm>
            <a:off x="7960201" y="415085"/>
            <a:ext cx="688500" cy="156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921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oben + Inhalt / Logo wei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8">
            <a:extLst>
              <a:ext uri="{FF2B5EF4-FFF2-40B4-BE49-F238E27FC236}">
                <a16:creationId xmlns:a16="http://schemas.microsoft.com/office/drawing/2014/main" id="{785BA5DD-E1A9-9DF9-4FA8-ED13D394BE0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9144000" cy="2842022"/>
          </a:xfrm>
          <a:solidFill>
            <a:schemeClr val="bg1">
              <a:lumMod val="95000"/>
            </a:schemeClr>
          </a:solidFill>
        </p:spPr>
        <p:txBody>
          <a:bodyPr lIns="72000" tIns="72000"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3B5843-6B3D-3E91-C918-15D7C3C8A421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521494" y="3732846"/>
            <a:ext cx="8101013" cy="998698"/>
          </a:xfrm>
        </p:spPr>
        <p:txBody>
          <a:bodyPr/>
          <a:lstStyle>
            <a:lvl5pPr marL="540000" indent="0">
              <a:defRPr/>
            </a:lvl5pPr>
            <a:lvl8pPr indent="-378000">
              <a:defRPr sz="1800" cap="none" baseline="0">
                <a:solidFill>
                  <a:schemeClr val="accent1">
                    <a:lumMod val="75000"/>
                  </a:schemeClr>
                </a:solidFill>
              </a:defRPr>
            </a:lvl8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1F6572-329A-4E72-D77B-49C67A7FD14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9EBCC066-9C70-1542-802F-2086BF4F9E6D}" type="datetime1">
              <a:rPr lang="en-US" smtClean="0"/>
              <a:t>8/29/2026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86717B-2EA4-4A72-A334-0F4C15DC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E4FAA3-E657-7565-2172-3ED52433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898D279D-9EEE-4375-932F-276CB614E9A4}" type="slidenum">
              <a:rPr lang="de-DE" smtClean="0"/>
              <a:t>‹#›</a:t>
            </a:fld>
            <a:endParaRPr lang="de-DE"/>
          </a:p>
        </p:txBody>
      </p:sp>
      <p:sp>
        <p:nvSpPr>
          <p:cNvPr id="14" name="Bildplatzhalter 11">
            <a:extLst>
              <a:ext uri="{FF2B5EF4-FFF2-40B4-BE49-F238E27FC236}">
                <a16:creationId xmlns:a16="http://schemas.microsoft.com/office/drawing/2014/main" id="{F28DE939-76E1-9BC4-AD48-44B6AE480E19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 bwMode="gray">
          <a:xfrm>
            <a:off x="3788913" y="3032927"/>
            <a:ext cx="1566174" cy="5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4B6B48E-44FC-25ED-BF46-F5DAF7E969A6}"/>
              </a:ext>
            </a:extLst>
          </p:cNvPr>
          <p:cNvSpPr/>
          <p:nvPr userDrawn="1"/>
        </p:nvSpPr>
        <p:spPr bwMode="gray">
          <a:xfrm>
            <a:off x="0" y="2842021"/>
            <a:ext cx="9144000" cy="59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1B6AB3CA-0B2A-FD55-8605-709CB1134FC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white">
          <a:xfrm>
            <a:off x="7960201" y="415085"/>
            <a:ext cx="688500" cy="156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9099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unt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16DAD80-4F74-C10E-E47B-AC27AFB5126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1383506"/>
            <a:ext cx="9144000" cy="3348038"/>
          </a:xfrm>
          <a:solidFill>
            <a:schemeClr val="bg1">
              <a:lumMod val="95000"/>
            </a:schemeClr>
          </a:solidFill>
        </p:spPr>
        <p:txBody>
          <a:bodyPr lIns="72000" tIns="72000"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1A492F7-8403-7528-04E1-42A8A9FECDD1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gray"/>
        <p:txBody>
          <a:bodyPr/>
          <a:lstStyle/>
          <a:p>
            <a:fld id="{D0DAF193-1C65-D743-9F2E-07C6F7857C2F}" type="datetime1">
              <a:rPr lang="en-US" smtClean="0"/>
              <a:t>8/29/2026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4FC06E0C-3F30-586B-D58D-AA9E6D7924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6FC2D7DF-6A21-6C82-01A7-524170F064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9DF20893-AD1C-7BC8-0C20-B19D340CFFBF}"/>
              </a:ext>
            </a:extLst>
          </p:cNvPr>
          <p:cNvSpPr/>
          <p:nvPr userDrawn="1"/>
        </p:nvSpPr>
        <p:spPr bwMode="gray">
          <a:xfrm>
            <a:off x="0" y="4734482"/>
            <a:ext cx="9144000" cy="59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06CE65C8-D236-C4E0-F9BD-C53994A133D3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367763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ild vollflächig / Logo farb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16DAD80-4F74-C10E-E47B-AC27AFB5126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9144000" cy="5084100"/>
          </a:xfrm>
          <a:solidFill>
            <a:schemeClr val="bg1">
              <a:lumMod val="95000"/>
            </a:schemeClr>
          </a:solidFill>
        </p:spPr>
        <p:txBody>
          <a:bodyPr lIns="180000" tIns="180000" rIns="0"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5B6A2E9-BC9F-CBB3-068D-EBCAE498F708}"/>
              </a:ext>
            </a:extLst>
          </p:cNvPr>
          <p:cNvSpPr/>
          <p:nvPr userDrawn="1"/>
        </p:nvSpPr>
        <p:spPr bwMode="gray">
          <a:xfrm>
            <a:off x="0" y="5084100"/>
            <a:ext cx="9144000" cy="59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5" name="Textplatzhalter 5">
            <a:extLst>
              <a:ext uri="{FF2B5EF4-FFF2-40B4-BE49-F238E27FC236}">
                <a16:creationId xmlns:a16="http://schemas.microsoft.com/office/drawing/2014/main" id="{60B8052B-3BEC-B9B2-CEDD-71975F8C977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 bwMode="black">
          <a:xfrm>
            <a:off x="7960201" y="415085"/>
            <a:ext cx="688500" cy="156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de-DE"/>
              <a:t> </a:t>
            </a:r>
            <a:endParaRPr lang="en-US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13FBEB4-431C-C9BA-298A-7139DAD938C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7544" y="1371595"/>
            <a:ext cx="3038890" cy="2033060"/>
          </a:xfrm>
          <a:prstGeom prst="rect">
            <a:avLst/>
          </a:prstGeo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65FA317-79B3-2E9C-10D3-9572A2A395BD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525277" y="1550194"/>
            <a:ext cx="2923424" cy="1645405"/>
          </a:xfrm>
          <a:prstGeom prst="flowChartInputOutput">
            <a:avLst/>
          </a:prstGeom>
          <a:noFill/>
          <a:ln w="25400">
            <a:noFill/>
          </a:ln>
        </p:spPr>
        <p:txBody>
          <a:bodyPr lIns="36000" tIns="36000" rIns="36000" bIns="36000" anchor="ctr" anchorCtr="1"/>
          <a:lstStyle>
            <a:lvl1pPr marL="0" indent="0" algn="ctr">
              <a:lnSpc>
                <a:spcPts val="2100"/>
              </a:lnSpc>
              <a:buNone/>
              <a:defRPr sz="195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724A02C-D5B2-D789-F51A-75DAB2B6C6E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1844" y="1485895"/>
            <a:ext cx="3038890" cy="2033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13659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60CEECC1-8C0E-2FDD-79EE-FA415BAB2F2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-1" y="2600100"/>
            <a:ext cx="2970000" cy="2484000"/>
          </a:xfrm>
          <a:solidFill>
            <a:schemeClr val="bg1">
              <a:lumMod val="95000"/>
            </a:schemeClr>
          </a:solidFill>
        </p:spPr>
        <p:txBody>
          <a:bodyPr vert="horz" lIns="180000" tIns="180000" rIns="0" bIns="0"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GB"/>
              <a:t>Click icon to add picture</a:t>
            </a:r>
            <a:endParaRPr lang="de-DE"/>
          </a:p>
        </p:txBody>
      </p:sp>
      <p:sp>
        <p:nvSpPr>
          <p:cNvPr id="15" name="Bildplatzhalter 7">
            <a:extLst>
              <a:ext uri="{FF2B5EF4-FFF2-40B4-BE49-F238E27FC236}">
                <a16:creationId xmlns:a16="http://schemas.microsoft.com/office/drawing/2014/main" id="{6FE5E7A5-6DD8-F6BA-C150-18FA8F86D6A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086999" y="2600100"/>
            <a:ext cx="2970000" cy="2484000"/>
          </a:xfrm>
          <a:solidFill>
            <a:schemeClr val="bg1">
              <a:lumMod val="95000"/>
            </a:schemeClr>
          </a:solidFill>
        </p:spPr>
        <p:txBody>
          <a:bodyPr vert="horz" lIns="180000" tIns="180000" rIns="0" bIns="0"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GB"/>
              <a:t>Click icon to add picture</a:t>
            </a:r>
            <a:endParaRPr lang="de-DE"/>
          </a:p>
        </p:txBody>
      </p:sp>
      <p:sp>
        <p:nvSpPr>
          <p:cNvPr id="16" name="Bildplatzhalter 7">
            <a:extLst>
              <a:ext uri="{FF2B5EF4-FFF2-40B4-BE49-F238E27FC236}">
                <a16:creationId xmlns:a16="http://schemas.microsoft.com/office/drawing/2014/main" id="{6DACC708-C858-851E-9AF6-5E418C7B5ED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6174000" y="2599569"/>
            <a:ext cx="2970000" cy="2484000"/>
          </a:xfrm>
          <a:solidFill>
            <a:schemeClr val="bg1">
              <a:lumMod val="95000"/>
            </a:schemeClr>
          </a:solidFill>
        </p:spPr>
        <p:txBody>
          <a:bodyPr vert="horz" lIns="180000" tIns="180000" rIns="0" bIns="0"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GB"/>
              <a:t>Click icon to add picture</a:t>
            </a:r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16DAD80-4F74-C10E-E47B-AC27AFB5126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2970000" cy="2484000"/>
          </a:xfrm>
          <a:solidFill>
            <a:schemeClr val="bg1">
              <a:lumMod val="95000"/>
            </a:schemeClr>
          </a:solidFill>
        </p:spPr>
        <p:txBody>
          <a:bodyPr vert="horz" lIns="180000" tIns="180000" rIns="0" bIns="0" rtlCol="0">
            <a:noAutofit/>
          </a:bodyPr>
          <a:lstStyle>
            <a:lvl1pPr>
              <a:defRPr lang="de-DE" sz="1200" kern="1200" spc="3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icon to add picture</a:t>
            </a:r>
            <a:endParaRPr lang="de-DE"/>
          </a:p>
        </p:txBody>
      </p:sp>
      <p:sp>
        <p:nvSpPr>
          <p:cNvPr id="12" name="Bildplatzhalter 7">
            <a:extLst>
              <a:ext uri="{FF2B5EF4-FFF2-40B4-BE49-F238E27FC236}">
                <a16:creationId xmlns:a16="http://schemas.microsoft.com/office/drawing/2014/main" id="{06E9FB7B-CA59-DB20-7D69-10622246C68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3087000" y="0"/>
            <a:ext cx="2970000" cy="2484000"/>
          </a:xfrm>
          <a:solidFill>
            <a:schemeClr val="bg1">
              <a:lumMod val="95000"/>
            </a:schemeClr>
          </a:solidFill>
        </p:spPr>
        <p:txBody>
          <a:bodyPr vert="horz" lIns="180000" tIns="180000" rIns="0" bIns="0"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GB"/>
              <a:t>Click icon to add picture</a:t>
            </a:r>
            <a:endParaRPr lang="de-DE"/>
          </a:p>
        </p:txBody>
      </p:sp>
      <p:sp>
        <p:nvSpPr>
          <p:cNvPr id="13" name="Bildplatzhalter 7">
            <a:extLst>
              <a:ext uri="{FF2B5EF4-FFF2-40B4-BE49-F238E27FC236}">
                <a16:creationId xmlns:a16="http://schemas.microsoft.com/office/drawing/2014/main" id="{78D84D7D-960A-CB01-03D1-BD91824926E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6174000" y="0"/>
            <a:ext cx="2970000" cy="2484000"/>
          </a:xfrm>
          <a:solidFill>
            <a:schemeClr val="bg1">
              <a:lumMod val="95000"/>
            </a:schemeClr>
          </a:solidFill>
        </p:spPr>
        <p:txBody>
          <a:bodyPr vert="horz" lIns="180000" tIns="180000" rIns="0" bIns="0"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GB"/>
              <a:t>Click icon to add picture</a:t>
            </a:r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CC876D9-E9FA-FB04-1401-6B95DB6CC15F}"/>
              </a:ext>
            </a:extLst>
          </p:cNvPr>
          <p:cNvSpPr/>
          <p:nvPr userDrawn="1"/>
        </p:nvSpPr>
        <p:spPr bwMode="gray">
          <a:xfrm>
            <a:off x="0" y="5084100"/>
            <a:ext cx="9144000" cy="59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86BA5DBF-FAA2-AF3C-FC63-7B630E2B3AEB}"/>
              </a:ext>
            </a:extLst>
          </p:cNvPr>
          <p:cNvSpPr>
            <a:spLocks noGrp="1"/>
          </p:cNvSpPr>
          <p:nvPr>
            <p:ph type="body" idx="25"/>
          </p:nvPr>
        </p:nvSpPr>
        <p:spPr bwMode="gray">
          <a:xfrm>
            <a:off x="197514" y="448110"/>
            <a:ext cx="2092188" cy="540060"/>
          </a:xfrm>
          <a:custGeom>
            <a:avLst/>
            <a:gdLst>
              <a:gd name="connsiteX0" fmla="*/ 155479 w 2789584"/>
              <a:gd name="connsiteY0" fmla="*/ 0 h 720080"/>
              <a:gd name="connsiteX1" fmla="*/ 2454765 w 2789584"/>
              <a:gd name="connsiteY1" fmla="*/ 0 h 720080"/>
              <a:gd name="connsiteX2" fmla="*/ 2457503 w 2789584"/>
              <a:gd name="connsiteY2" fmla="*/ 2505 h 720080"/>
              <a:gd name="connsiteX3" fmla="*/ 2492256 w 2789584"/>
              <a:gd name="connsiteY3" fmla="*/ 0 h 720080"/>
              <a:gd name="connsiteX4" fmla="*/ 2546479 w 2789584"/>
              <a:gd name="connsiteY4" fmla="*/ 0 h 720080"/>
              <a:gd name="connsiteX5" fmla="*/ 2591764 w 2789584"/>
              <a:gd name="connsiteY5" fmla="*/ 4690 h 720080"/>
              <a:gd name="connsiteX6" fmla="*/ 2743574 w 2789584"/>
              <a:gd name="connsiteY6" fmla="*/ 91519 h 720080"/>
              <a:gd name="connsiteX7" fmla="*/ 2789583 w 2789584"/>
              <a:gd name="connsiteY7" fmla="*/ 239045 h 720080"/>
              <a:gd name="connsiteX8" fmla="*/ 2785136 w 2789584"/>
              <a:gd name="connsiteY8" fmla="*/ 274159 h 720080"/>
              <a:gd name="connsiteX9" fmla="*/ 2624417 w 2789584"/>
              <a:gd name="connsiteY9" fmla="*/ 720080 h 720080"/>
              <a:gd name="connsiteX10" fmla="*/ 340659 w 2789584"/>
              <a:gd name="connsiteY10" fmla="*/ 720080 h 720080"/>
              <a:gd name="connsiteX11" fmla="*/ 332082 w 2789584"/>
              <a:gd name="connsiteY11" fmla="*/ 712234 h 720080"/>
              <a:gd name="connsiteX12" fmla="*/ 265358 w 2789584"/>
              <a:gd name="connsiteY12" fmla="*/ 717044 h 720080"/>
              <a:gd name="connsiteX13" fmla="*/ 46012 w 2789584"/>
              <a:gd name="connsiteY13" fmla="*/ 623220 h 720080"/>
              <a:gd name="connsiteX14" fmla="*/ 2 w 2789584"/>
              <a:gd name="connsiteY14" fmla="*/ 475694 h 720080"/>
              <a:gd name="connsiteX15" fmla="*/ 7633 w 2789584"/>
              <a:gd name="connsiteY15" fmla="*/ 415438 h 720080"/>
              <a:gd name="connsiteX16" fmla="*/ 6215 w 2789584"/>
              <a:gd name="connsiteY16" fmla="*/ 414140 h 72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89584" h="720080">
                <a:moveTo>
                  <a:pt x="155479" y="0"/>
                </a:moveTo>
                <a:lnTo>
                  <a:pt x="2454765" y="0"/>
                </a:lnTo>
                <a:lnTo>
                  <a:pt x="2457503" y="2505"/>
                </a:lnTo>
                <a:lnTo>
                  <a:pt x="2492256" y="0"/>
                </a:lnTo>
                <a:lnTo>
                  <a:pt x="2546479" y="0"/>
                </a:lnTo>
                <a:lnTo>
                  <a:pt x="2591764" y="4690"/>
                </a:lnTo>
                <a:cubicBezTo>
                  <a:pt x="2655718" y="17069"/>
                  <a:pt x="2708273" y="45705"/>
                  <a:pt x="2743574" y="91519"/>
                </a:cubicBezTo>
                <a:cubicBezTo>
                  <a:pt x="2774952" y="132242"/>
                  <a:pt x="2789730" y="182689"/>
                  <a:pt x="2789583" y="239045"/>
                </a:cubicBezTo>
                <a:lnTo>
                  <a:pt x="2785136" y="274159"/>
                </a:lnTo>
                <a:lnTo>
                  <a:pt x="2624417" y="720080"/>
                </a:lnTo>
                <a:lnTo>
                  <a:pt x="340659" y="720080"/>
                </a:lnTo>
                <a:lnTo>
                  <a:pt x="332082" y="712234"/>
                </a:lnTo>
                <a:lnTo>
                  <a:pt x="265358" y="717044"/>
                </a:lnTo>
                <a:cubicBezTo>
                  <a:pt x="170821" y="714853"/>
                  <a:pt x="93080" y="684305"/>
                  <a:pt x="46012" y="623220"/>
                </a:cubicBezTo>
                <a:cubicBezTo>
                  <a:pt x="14633" y="582497"/>
                  <a:pt x="-145" y="532051"/>
                  <a:pt x="2" y="475694"/>
                </a:cubicBezTo>
                <a:lnTo>
                  <a:pt x="7633" y="415438"/>
                </a:lnTo>
                <a:lnTo>
                  <a:pt x="6215" y="414140"/>
                </a:lnTo>
                <a:close/>
              </a:path>
            </a:pathLst>
          </a:custGeom>
          <a:solidFill>
            <a:srgbClr val="003C3C"/>
          </a:solidFill>
          <a:ln w="25400">
            <a:solidFill>
              <a:schemeClr val="bg1"/>
            </a:solidFill>
          </a:ln>
        </p:spPr>
        <p:txBody>
          <a:bodyPr wrap="square" lIns="0" tIns="0" rIns="0" bIns="0" anchor="ctr" anchorCtr="1">
            <a:noAutofit/>
          </a:bodyPr>
          <a:lstStyle>
            <a:lvl1pPr marL="0" indent="0" algn="l">
              <a:lnSpc>
                <a:spcPts val="1500"/>
              </a:lnSpc>
              <a:spcAft>
                <a:spcPts val="0"/>
              </a:spcAft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2AE9EA77-6950-8C50-13BC-18914E2C5294}"/>
              </a:ext>
            </a:extLst>
          </p:cNvPr>
          <p:cNvSpPr>
            <a:spLocks noGrp="1"/>
          </p:cNvSpPr>
          <p:nvPr>
            <p:ph type="body" idx="26"/>
          </p:nvPr>
        </p:nvSpPr>
        <p:spPr bwMode="gray">
          <a:xfrm>
            <a:off x="3284513" y="448110"/>
            <a:ext cx="2092188" cy="540060"/>
          </a:xfrm>
          <a:custGeom>
            <a:avLst/>
            <a:gdLst>
              <a:gd name="connsiteX0" fmla="*/ 155479 w 2789584"/>
              <a:gd name="connsiteY0" fmla="*/ 0 h 720080"/>
              <a:gd name="connsiteX1" fmla="*/ 2454765 w 2789584"/>
              <a:gd name="connsiteY1" fmla="*/ 0 h 720080"/>
              <a:gd name="connsiteX2" fmla="*/ 2457503 w 2789584"/>
              <a:gd name="connsiteY2" fmla="*/ 2505 h 720080"/>
              <a:gd name="connsiteX3" fmla="*/ 2492256 w 2789584"/>
              <a:gd name="connsiteY3" fmla="*/ 0 h 720080"/>
              <a:gd name="connsiteX4" fmla="*/ 2546479 w 2789584"/>
              <a:gd name="connsiteY4" fmla="*/ 0 h 720080"/>
              <a:gd name="connsiteX5" fmla="*/ 2591764 w 2789584"/>
              <a:gd name="connsiteY5" fmla="*/ 4690 h 720080"/>
              <a:gd name="connsiteX6" fmla="*/ 2743574 w 2789584"/>
              <a:gd name="connsiteY6" fmla="*/ 91519 h 720080"/>
              <a:gd name="connsiteX7" fmla="*/ 2789583 w 2789584"/>
              <a:gd name="connsiteY7" fmla="*/ 239045 h 720080"/>
              <a:gd name="connsiteX8" fmla="*/ 2785136 w 2789584"/>
              <a:gd name="connsiteY8" fmla="*/ 274159 h 720080"/>
              <a:gd name="connsiteX9" fmla="*/ 2624417 w 2789584"/>
              <a:gd name="connsiteY9" fmla="*/ 720080 h 720080"/>
              <a:gd name="connsiteX10" fmla="*/ 340659 w 2789584"/>
              <a:gd name="connsiteY10" fmla="*/ 720080 h 720080"/>
              <a:gd name="connsiteX11" fmla="*/ 332082 w 2789584"/>
              <a:gd name="connsiteY11" fmla="*/ 712234 h 720080"/>
              <a:gd name="connsiteX12" fmla="*/ 265358 w 2789584"/>
              <a:gd name="connsiteY12" fmla="*/ 717044 h 720080"/>
              <a:gd name="connsiteX13" fmla="*/ 46012 w 2789584"/>
              <a:gd name="connsiteY13" fmla="*/ 623220 h 720080"/>
              <a:gd name="connsiteX14" fmla="*/ 2 w 2789584"/>
              <a:gd name="connsiteY14" fmla="*/ 475694 h 720080"/>
              <a:gd name="connsiteX15" fmla="*/ 7633 w 2789584"/>
              <a:gd name="connsiteY15" fmla="*/ 415438 h 720080"/>
              <a:gd name="connsiteX16" fmla="*/ 6215 w 2789584"/>
              <a:gd name="connsiteY16" fmla="*/ 414140 h 72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89584" h="720080">
                <a:moveTo>
                  <a:pt x="155479" y="0"/>
                </a:moveTo>
                <a:lnTo>
                  <a:pt x="2454765" y="0"/>
                </a:lnTo>
                <a:lnTo>
                  <a:pt x="2457503" y="2505"/>
                </a:lnTo>
                <a:lnTo>
                  <a:pt x="2492256" y="0"/>
                </a:lnTo>
                <a:lnTo>
                  <a:pt x="2546479" y="0"/>
                </a:lnTo>
                <a:lnTo>
                  <a:pt x="2591764" y="4690"/>
                </a:lnTo>
                <a:cubicBezTo>
                  <a:pt x="2655718" y="17069"/>
                  <a:pt x="2708273" y="45705"/>
                  <a:pt x="2743574" y="91519"/>
                </a:cubicBezTo>
                <a:cubicBezTo>
                  <a:pt x="2774952" y="132242"/>
                  <a:pt x="2789730" y="182689"/>
                  <a:pt x="2789583" y="239045"/>
                </a:cubicBezTo>
                <a:lnTo>
                  <a:pt x="2785136" y="274159"/>
                </a:lnTo>
                <a:lnTo>
                  <a:pt x="2624417" y="720080"/>
                </a:lnTo>
                <a:lnTo>
                  <a:pt x="340659" y="720080"/>
                </a:lnTo>
                <a:lnTo>
                  <a:pt x="332082" y="712234"/>
                </a:lnTo>
                <a:lnTo>
                  <a:pt x="265358" y="717044"/>
                </a:lnTo>
                <a:cubicBezTo>
                  <a:pt x="170821" y="714853"/>
                  <a:pt x="93080" y="684305"/>
                  <a:pt x="46012" y="623220"/>
                </a:cubicBezTo>
                <a:cubicBezTo>
                  <a:pt x="14633" y="582497"/>
                  <a:pt x="-145" y="532051"/>
                  <a:pt x="2" y="475694"/>
                </a:cubicBezTo>
                <a:lnTo>
                  <a:pt x="7633" y="415438"/>
                </a:lnTo>
                <a:lnTo>
                  <a:pt x="6215" y="414140"/>
                </a:lnTo>
                <a:close/>
              </a:path>
            </a:pathLst>
          </a:custGeom>
          <a:solidFill>
            <a:srgbClr val="003C3C"/>
          </a:solidFill>
          <a:ln w="25400">
            <a:solidFill>
              <a:schemeClr val="bg1"/>
            </a:solidFill>
          </a:ln>
        </p:spPr>
        <p:txBody>
          <a:bodyPr wrap="square" lIns="0" tIns="0" rIns="0" bIns="0" anchor="ctr" anchorCtr="1">
            <a:noAutofit/>
          </a:bodyPr>
          <a:lstStyle>
            <a:lvl1pPr marL="0" indent="0" algn="l">
              <a:lnSpc>
                <a:spcPts val="1500"/>
              </a:lnSpc>
              <a:spcAft>
                <a:spcPts val="0"/>
              </a:spcAft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9" name="Textplatzhalter 18">
            <a:extLst>
              <a:ext uri="{FF2B5EF4-FFF2-40B4-BE49-F238E27FC236}">
                <a16:creationId xmlns:a16="http://schemas.microsoft.com/office/drawing/2014/main" id="{8C0AE179-2EF0-FDF1-0725-F32D37AD2F26}"/>
              </a:ext>
            </a:extLst>
          </p:cNvPr>
          <p:cNvSpPr>
            <a:spLocks noGrp="1"/>
          </p:cNvSpPr>
          <p:nvPr>
            <p:ph type="body" idx="27"/>
          </p:nvPr>
        </p:nvSpPr>
        <p:spPr bwMode="gray">
          <a:xfrm>
            <a:off x="6371514" y="448110"/>
            <a:ext cx="2092188" cy="540060"/>
          </a:xfrm>
          <a:custGeom>
            <a:avLst/>
            <a:gdLst>
              <a:gd name="connsiteX0" fmla="*/ 155479 w 2789584"/>
              <a:gd name="connsiteY0" fmla="*/ 0 h 720080"/>
              <a:gd name="connsiteX1" fmla="*/ 2454765 w 2789584"/>
              <a:gd name="connsiteY1" fmla="*/ 0 h 720080"/>
              <a:gd name="connsiteX2" fmla="*/ 2457503 w 2789584"/>
              <a:gd name="connsiteY2" fmla="*/ 2505 h 720080"/>
              <a:gd name="connsiteX3" fmla="*/ 2492256 w 2789584"/>
              <a:gd name="connsiteY3" fmla="*/ 0 h 720080"/>
              <a:gd name="connsiteX4" fmla="*/ 2546479 w 2789584"/>
              <a:gd name="connsiteY4" fmla="*/ 0 h 720080"/>
              <a:gd name="connsiteX5" fmla="*/ 2591764 w 2789584"/>
              <a:gd name="connsiteY5" fmla="*/ 4690 h 720080"/>
              <a:gd name="connsiteX6" fmla="*/ 2743574 w 2789584"/>
              <a:gd name="connsiteY6" fmla="*/ 91519 h 720080"/>
              <a:gd name="connsiteX7" fmla="*/ 2789583 w 2789584"/>
              <a:gd name="connsiteY7" fmla="*/ 239045 h 720080"/>
              <a:gd name="connsiteX8" fmla="*/ 2785136 w 2789584"/>
              <a:gd name="connsiteY8" fmla="*/ 274159 h 720080"/>
              <a:gd name="connsiteX9" fmla="*/ 2624417 w 2789584"/>
              <a:gd name="connsiteY9" fmla="*/ 720080 h 720080"/>
              <a:gd name="connsiteX10" fmla="*/ 340659 w 2789584"/>
              <a:gd name="connsiteY10" fmla="*/ 720080 h 720080"/>
              <a:gd name="connsiteX11" fmla="*/ 332082 w 2789584"/>
              <a:gd name="connsiteY11" fmla="*/ 712234 h 720080"/>
              <a:gd name="connsiteX12" fmla="*/ 265358 w 2789584"/>
              <a:gd name="connsiteY12" fmla="*/ 717044 h 720080"/>
              <a:gd name="connsiteX13" fmla="*/ 46012 w 2789584"/>
              <a:gd name="connsiteY13" fmla="*/ 623220 h 720080"/>
              <a:gd name="connsiteX14" fmla="*/ 2 w 2789584"/>
              <a:gd name="connsiteY14" fmla="*/ 475694 h 720080"/>
              <a:gd name="connsiteX15" fmla="*/ 7633 w 2789584"/>
              <a:gd name="connsiteY15" fmla="*/ 415438 h 720080"/>
              <a:gd name="connsiteX16" fmla="*/ 6215 w 2789584"/>
              <a:gd name="connsiteY16" fmla="*/ 414140 h 72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89584" h="720080">
                <a:moveTo>
                  <a:pt x="155479" y="0"/>
                </a:moveTo>
                <a:lnTo>
                  <a:pt x="2454765" y="0"/>
                </a:lnTo>
                <a:lnTo>
                  <a:pt x="2457503" y="2505"/>
                </a:lnTo>
                <a:lnTo>
                  <a:pt x="2492256" y="0"/>
                </a:lnTo>
                <a:lnTo>
                  <a:pt x="2546479" y="0"/>
                </a:lnTo>
                <a:lnTo>
                  <a:pt x="2591764" y="4690"/>
                </a:lnTo>
                <a:cubicBezTo>
                  <a:pt x="2655718" y="17069"/>
                  <a:pt x="2708273" y="45705"/>
                  <a:pt x="2743574" y="91519"/>
                </a:cubicBezTo>
                <a:cubicBezTo>
                  <a:pt x="2774952" y="132242"/>
                  <a:pt x="2789730" y="182689"/>
                  <a:pt x="2789583" y="239045"/>
                </a:cubicBezTo>
                <a:lnTo>
                  <a:pt x="2785136" y="274159"/>
                </a:lnTo>
                <a:lnTo>
                  <a:pt x="2624417" y="720080"/>
                </a:lnTo>
                <a:lnTo>
                  <a:pt x="340659" y="720080"/>
                </a:lnTo>
                <a:lnTo>
                  <a:pt x="332082" y="712234"/>
                </a:lnTo>
                <a:lnTo>
                  <a:pt x="265358" y="717044"/>
                </a:lnTo>
                <a:cubicBezTo>
                  <a:pt x="170821" y="714853"/>
                  <a:pt x="93080" y="684305"/>
                  <a:pt x="46012" y="623220"/>
                </a:cubicBezTo>
                <a:cubicBezTo>
                  <a:pt x="14633" y="582497"/>
                  <a:pt x="-145" y="532051"/>
                  <a:pt x="2" y="475694"/>
                </a:cubicBezTo>
                <a:lnTo>
                  <a:pt x="7633" y="415438"/>
                </a:lnTo>
                <a:lnTo>
                  <a:pt x="6215" y="414140"/>
                </a:lnTo>
                <a:close/>
              </a:path>
            </a:pathLst>
          </a:custGeom>
          <a:solidFill>
            <a:srgbClr val="003C3C"/>
          </a:solidFill>
          <a:ln w="25400">
            <a:solidFill>
              <a:schemeClr val="bg1"/>
            </a:solidFill>
          </a:ln>
        </p:spPr>
        <p:txBody>
          <a:bodyPr wrap="square" lIns="0" tIns="0" rIns="0" bIns="0" anchor="ctr" anchorCtr="1">
            <a:noAutofit/>
          </a:bodyPr>
          <a:lstStyle>
            <a:lvl1pPr marL="0" indent="0" algn="l">
              <a:lnSpc>
                <a:spcPts val="1500"/>
              </a:lnSpc>
              <a:spcAft>
                <a:spcPts val="0"/>
              </a:spcAft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6D9EA9C9-A290-A99A-3855-FF2E058A1F38}"/>
              </a:ext>
            </a:extLst>
          </p:cNvPr>
          <p:cNvSpPr>
            <a:spLocks noGrp="1"/>
          </p:cNvSpPr>
          <p:nvPr>
            <p:ph type="body" idx="28"/>
          </p:nvPr>
        </p:nvSpPr>
        <p:spPr bwMode="gray">
          <a:xfrm>
            <a:off x="197514" y="3047679"/>
            <a:ext cx="2092188" cy="540060"/>
          </a:xfrm>
          <a:custGeom>
            <a:avLst/>
            <a:gdLst>
              <a:gd name="connsiteX0" fmla="*/ 155479 w 2789584"/>
              <a:gd name="connsiteY0" fmla="*/ 0 h 720080"/>
              <a:gd name="connsiteX1" fmla="*/ 2454765 w 2789584"/>
              <a:gd name="connsiteY1" fmla="*/ 0 h 720080"/>
              <a:gd name="connsiteX2" fmla="*/ 2457503 w 2789584"/>
              <a:gd name="connsiteY2" fmla="*/ 2505 h 720080"/>
              <a:gd name="connsiteX3" fmla="*/ 2492256 w 2789584"/>
              <a:gd name="connsiteY3" fmla="*/ 0 h 720080"/>
              <a:gd name="connsiteX4" fmla="*/ 2546479 w 2789584"/>
              <a:gd name="connsiteY4" fmla="*/ 0 h 720080"/>
              <a:gd name="connsiteX5" fmla="*/ 2591764 w 2789584"/>
              <a:gd name="connsiteY5" fmla="*/ 4690 h 720080"/>
              <a:gd name="connsiteX6" fmla="*/ 2743574 w 2789584"/>
              <a:gd name="connsiteY6" fmla="*/ 91519 h 720080"/>
              <a:gd name="connsiteX7" fmla="*/ 2789583 w 2789584"/>
              <a:gd name="connsiteY7" fmla="*/ 239045 h 720080"/>
              <a:gd name="connsiteX8" fmla="*/ 2785136 w 2789584"/>
              <a:gd name="connsiteY8" fmla="*/ 274159 h 720080"/>
              <a:gd name="connsiteX9" fmla="*/ 2624417 w 2789584"/>
              <a:gd name="connsiteY9" fmla="*/ 720080 h 720080"/>
              <a:gd name="connsiteX10" fmla="*/ 340659 w 2789584"/>
              <a:gd name="connsiteY10" fmla="*/ 720080 h 720080"/>
              <a:gd name="connsiteX11" fmla="*/ 332082 w 2789584"/>
              <a:gd name="connsiteY11" fmla="*/ 712234 h 720080"/>
              <a:gd name="connsiteX12" fmla="*/ 265358 w 2789584"/>
              <a:gd name="connsiteY12" fmla="*/ 717044 h 720080"/>
              <a:gd name="connsiteX13" fmla="*/ 46012 w 2789584"/>
              <a:gd name="connsiteY13" fmla="*/ 623220 h 720080"/>
              <a:gd name="connsiteX14" fmla="*/ 2 w 2789584"/>
              <a:gd name="connsiteY14" fmla="*/ 475694 h 720080"/>
              <a:gd name="connsiteX15" fmla="*/ 7633 w 2789584"/>
              <a:gd name="connsiteY15" fmla="*/ 415438 h 720080"/>
              <a:gd name="connsiteX16" fmla="*/ 6215 w 2789584"/>
              <a:gd name="connsiteY16" fmla="*/ 414140 h 72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89584" h="720080">
                <a:moveTo>
                  <a:pt x="155479" y="0"/>
                </a:moveTo>
                <a:lnTo>
                  <a:pt x="2454765" y="0"/>
                </a:lnTo>
                <a:lnTo>
                  <a:pt x="2457503" y="2505"/>
                </a:lnTo>
                <a:lnTo>
                  <a:pt x="2492256" y="0"/>
                </a:lnTo>
                <a:lnTo>
                  <a:pt x="2546479" y="0"/>
                </a:lnTo>
                <a:lnTo>
                  <a:pt x="2591764" y="4690"/>
                </a:lnTo>
                <a:cubicBezTo>
                  <a:pt x="2655718" y="17069"/>
                  <a:pt x="2708273" y="45705"/>
                  <a:pt x="2743574" y="91519"/>
                </a:cubicBezTo>
                <a:cubicBezTo>
                  <a:pt x="2774952" y="132242"/>
                  <a:pt x="2789730" y="182689"/>
                  <a:pt x="2789583" y="239045"/>
                </a:cubicBezTo>
                <a:lnTo>
                  <a:pt x="2785136" y="274159"/>
                </a:lnTo>
                <a:lnTo>
                  <a:pt x="2624417" y="720080"/>
                </a:lnTo>
                <a:lnTo>
                  <a:pt x="340659" y="720080"/>
                </a:lnTo>
                <a:lnTo>
                  <a:pt x="332082" y="712234"/>
                </a:lnTo>
                <a:lnTo>
                  <a:pt x="265358" y="717044"/>
                </a:lnTo>
                <a:cubicBezTo>
                  <a:pt x="170821" y="714853"/>
                  <a:pt x="93080" y="684305"/>
                  <a:pt x="46012" y="623220"/>
                </a:cubicBezTo>
                <a:cubicBezTo>
                  <a:pt x="14633" y="582497"/>
                  <a:pt x="-145" y="532051"/>
                  <a:pt x="2" y="475694"/>
                </a:cubicBezTo>
                <a:lnTo>
                  <a:pt x="7633" y="415438"/>
                </a:lnTo>
                <a:lnTo>
                  <a:pt x="6215" y="414140"/>
                </a:lnTo>
                <a:close/>
              </a:path>
            </a:pathLst>
          </a:custGeom>
          <a:solidFill>
            <a:srgbClr val="003C3C"/>
          </a:solidFill>
          <a:ln w="25400">
            <a:solidFill>
              <a:schemeClr val="bg1"/>
            </a:solidFill>
          </a:ln>
        </p:spPr>
        <p:txBody>
          <a:bodyPr wrap="square" lIns="0" tIns="0" rIns="0" bIns="0" anchor="ctr" anchorCtr="1">
            <a:noAutofit/>
          </a:bodyPr>
          <a:lstStyle>
            <a:lvl1pPr marL="0" indent="0" algn="l">
              <a:lnSpc>
                <a:spcPts val="1500"/>
              </a:lnSpc>
              <a:spcAft>
                <a:spcPts val="0"/>
              </a:spcAft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5F9FFA2D-7C7E-1996-CB14-1567D989F860}"/>
              </a:ext>
            </a:extLst>
          </p:cNvPr>
          <p:cNvSpPr>
            <a:spLocks noGrp="1"/>
          </p:cNvSpPr>
          <p:nvPr>
            <p:ph type="body" idx="29"/>
          </p:nvPr>
        </p:nvSpPr>
        <p:spPr bwMode="gray">
          <a:xfrm>
            <a:off x="3284513" y="3047679"/>
            <a:ext cx="2092188" cy="540060"/>
          </a:xfrm>
          <a:custGeom>
            <a:avLst/>
            <a:gdLst>
              <a:gd name="connsiteX0" fmla="*/ 155479 w 2789584"/>
              <a:gd name="connsiteY0" fmla="*/ 0 h 720080"/>
              <a:gd name="connsiteX1" fmla="*/ 2454765 w 2789584"/>
              <a:gd name="connsiteY1" fmla="*/ 0 h 720080"/>
              <a:gd name="connsiteX2" fmla="*/ 2457503 w 2789584"/>
              <a:gd name="connsiteY2" fmla="*/ 2505 h 720080"/>
              <a:gd name="connsiteX3" fmla="*/ 2492256 w 2789584"/>
              <a:gd name="connsiteY3" fmla="*/ 0 h 720080"/>
              <a:gd name="connsiteX4" fmla="*/ 2546479 w 2789584"/>
              <a:gd name="connsiteY4" fmla="*/ 0 h 720080"/>
              <a:gd name="connsiteX5" fmla="*/ 2591764 w 2789584"/>
              <a:gd name="connsiteY5" fmla="*/ 4690 h 720080"/>
              <a:gd name="connsiteX6" fmla="*/ 2743574 w 2789584"/>
              <a:gd name="connsiteY6" fmla="*/ 91519 h 720080"/>
              <a:gd name="connsiteX7" fmla="*/ 2789583 w 2789584"/>
              <a:gd name="connsiteY7" fmla="*/ 239045 h 720080"/>
              <a:gd name="connsiteX8" fmla="*/ 2785136 w 2789584"/>
              <a:gd name="connsiteY8" fmla="*/ 274159 h 720080"/>
              <a:gd name="connsiteX9" fmla="*/ 2624417 w 2789584"/>
              <a:gd name="connsiteY9" fmla="*/ 720080 h 720080"/>
              <a:gd name="connsiteX10" fmla="*/ 340659 w 2789584"/>
              <a:gd name="connsiteY10" fmla="*/ 720080 h 720080"/>
              <a:gd name="connsiteX11" fmla="*/ 332082 w 2789584"/>
              <a:gd name="connsiteY11" fmla="*/ 712234 h 720080"/>
              <a:gd name="connsiteX12" fmla="*/ 265358 w 2789584"/>
              <a:gd name="connsiteY12" fmla="*/ 717044 h 720080"/>
              <a:gd name="connsiteX13" fmla="*/ 46012 w 2789584"/>
              <a:gd name="connsiteY13" fmla="*/ 623220 h 720080"/>
              <a:gd name="connsiteX14" fmla="*/ 2 w 2789584"/>
              <a:gd name="connsiteY14" fmla="*/ 475694 h 720080"/>
              <a:gd name="connsiteX15" fmla="*/ 7633 w 2789584"/>
              <a:gd name="connsiteY15" fmla="*/ 415438 h 720080"/>
              <a:gd name="connsiteX16" fmla="*/ 6215 w 2789584"/>
              <a:gd name="connsiteY16" fmla="*/ 414140 h 72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89584" h="720080">
                <a:moveTo>
                  <a:pt x="155479" y="0"/>
                </a:moveTo>
                <a:lnTo>
                  <a:pt x="2454765" y="0"/>
                </a:lnTo>
                <a:lnTo>
                  <a:pt x="2457503" y="2505"/>
                </a:lnTo>
                <a:lnTo>
                  <a:pt x="2492256" y="0"/>
                </a:lnTo>
                <a:lnTo>
                  <a:pt x="2546479" y="0"/>
                </a:lnTo>
                <a:lnTo>
                  <a:pt x="2591764" y="4690"/>
                </a:lnTo>
                <a:cubicBezTo>
                  <a:pt x="2655718" y="17069"/>
                  <a:pt x="2708273" y="45705"/>
                  <a:pt x="2743574" y="91519"/>
                </a:cubicBezTo>
                <a:cubicBezTo>
                  <a:pt x="2774952" y="132242"/>
                  <a:pt x="2789730" y="182689"/>
                  <a:pt x="2789583" y="239045"/>
                </a:cubicBezTo>
                <a:lnTo>
                  <a:pt x="2785136" y="274159"/>
                </a:lnTo>
                <a:lnTo>
                  <a:pt x="2624417" y="720080"/>
                </a:lnTo>
                <a:lnTo>
                  <a:pt x="340659" y="720080"/>
                </a:lnTo>
                <a:lnTo>
                  <a:pt x="332082" y="712234"/>
                </a:lnTo>
                <a:lnTo>
                  <a:pt x="265358" y="717044"/>
                </a:lnTo>
                <a:cubicBezTo>
                  <a:pt x="170821" y="714853"/>
                  <a:pt x="93080" y="684305"/>
                  <a:pt x="46012" y="623220"/>
                </a:cubicBezTo>
                <a:cubicBezTo>
                  <a:pt x="14633" y="582497"/>
                  <a:pt x="-145" y="532051"/>
                  <a:pt x="2" y="475694"/>
                </a:cubicBezTo>
                <a:lnTo>
                  <a:pt x="7633" y="415438"/>
                </a:lnTo>
                <a:lnTo>
                  <a:pt x="6215" y="414140"/>
                </a:lnTo>
                <a:close/>
              </a:path>
            </a:pathLst>
          </a:custGeom>
          <a:solidFill>
            <a:srgbClr val="003C3C"/>
          </a:solidFill>
          <a:ln w="25400">
            <a:solidFill>
              <a:schemeClr val="bg1"/>
            </a:solidFill>
          </a:ln>
        </p:spPr>
        <p:txBody>
          <a:bodyPr wrap="square" lIns="0" tIns="0" rIns="0" bIns="0" anchor="ctr" anchorCtr="1">
            <a:noAutofit/>
          </a:bodyPr>
          <a:lstStyle>
            <a:lvl1pPr marL="0" indent="0" algn="l">
              <a:lnSpc>
                <a:spcPts val="1500"/>
              </a:lnSpc>
              <a:spcAft>
                <a:spcPts val="0"/>
              </a:spcAft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18211870-2328-A11A-8BB2-94F50BF09B19}"/>
              </a:ext>
            </a:extLst>
          </p:cNvPr>
          <p:cNvSpPr>
            <a:spLocks noGrp="1"/>
          </p:cNvSpPr>
          <p:nvPr>
            <p:ph type="body" idx="30"/>
          </p:nvPr>
        </p:nvSpPr>
        <p:spPr bwMode="gray">
          <a:xfrm>
            <a:off x="6371514" y="3047679"/>
            <a:ext cx="2092188" cy="540060"/>
          </a:xfrm>
          <a:custGeom>
            <a:avLst/>
            <a:gdLst>
              <a:gd name="connsiteX0" fmla="*/ 155479 w 2789584"/>
              <a:gd name="connsiteY0" fmla="*/ 0 h 720080"/>
              <a:gd name="connsiteX1" fmla="*/ 2454765 w 2789584"/>
              <a:gd name="connsiteY1" fmla="*/ 0 h 720080"/>
              <a:gd name="connsiteX2" fmla="*/ 2457503 w 2789584"/>
              <a:gd name="connsiteY2" fmla="*/ 2505 h 720080"/>
              <a:gd name="connsiteX3" fmla="*/ 2492256 w 2789584"/>
              <a:gd name="connsiteY3" fmla="*/ 0 h 720080"/>
              <a:gd name="connsiteX4" fmla="*/ 2546479 w 2789584"/>
              <a:gd name="connsiteY4" fmla="*/ 0 h 720080"/>
              <a:gd name="connsiteX5" fmla="*/ 2591764 w 2789584"/>
              <a:gd name="connsiteY5" fmla="*/ 4690 h 720080"/>
              <a:gd name="connsiteX6" fmla="*/ 2743574 w 2789584"/>
              <a:gd name="connsiteY6" fmla="*/ 91519 h 720080"/>
              <a:gd name="connsiteX7" fmla="*/ 2789583 w 2789584"/>
              <a:gd name="connsiteY7" fmla="*/ 239045 h 720080"/>
              <a:gd name="connsiteX8" fmla="*/ 2785136 w 2789584"/>
              <a:gd name="connsiteY8" fmla="*/ 274159 h 720080"/>
              <a:gd name="connsiteX9" fmla="*/ 2624417 w 2789584"/>
              <a:gd name="connsiteY9" fmla="*/ 720080 h 720080"/>
              <a:gd name="connsiteX10" fmla="*/ 340659 w 2789584"/>
              <a:gd name="connsiteY10" fmla="*/ 720080 h 720080"/>
              <a:gd name="connsiteX11" fmla="*/ 332082 w 2789584"/>
              <a:gd name="connsiteY11" fmla="*/ 712234 h 720080"/>
              <a:gd name="connsiteX12" fmla="*/ 265358 w 2789584"/>
              <a:gd name="connsiteY12" fmla="*/ 717044 h 720080"/>
              <a:gd name="connsiteX13" fmla="*/ 46012 w 2789584"/>
              <a:gd name="connsiteY13" fmla="*/ 623220 h 720080"/>
              <a:gd name="connsiteX14" fmla="*/ 2 w 2789584"/>
              <a:gd name="connsiteY14" fmla="*/ 475694 h 720080"/>
              <a:gd name="connsiteX15" fmla="*/ 7633 w 2789584"/>
              <a:gd name="connsiteY15" fmla="*/ 415438 h 720080"/>
              <a:gd name="connsiteX16" fmla="*/ 6215 w 2789584"/>
              <a:gd name="connsiteY16" fmla="*/ 414140 h 72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89584" h="720080">
                <a:moveTo>
                  <a:pt x="155479" y="0"/>
                </a:moveTo>
                <a:lnTo>
                  <a:pt x="2454765" y="0"/>
                </a:lnTo>
                <a:lnTo>
                  <a:pt x="2457503" y="2505"/>
                </a:lnTo>
                <a:lnTo>
                  <a:pt x="2492256" y="0"/>
                </a:lnTo>
                <a:lnTo>
                  <a:pt x="2546479" y="0"/>
                </a:lnTo>
                <a:lnTo>
                  <a:pt x="2591764" y="4690"/>
                </a:lnTo>
                <a:cubicBezTo>
                  <a:pt x="2655718" y="17069"/>
                  <a:pt x="2708273" y="45705"/>
                  <a:pt x="2743574" y="91519"/>
                </a:cubicBezTo>
                <a:cubicBezTo>
                  <a:pt x="2774952" y="132242"/>
                  <a:pt x="2789730" y="182689"/>
                  <a:pt x="2789583" y="239045"/>
                </a:cubicBezTo>
                <a:lnTo>
                  <a:pt x="2785136" y="274159"/>
                </a:lnTo>
                <a:lnTo>
                  <a:pt x="2624417" y="720080"/>
                </a:lnTo>
                <a:lnTo>
                  <a:pt x="340659" y="720080"/>
                </a:lnTo>
                <a:lnTo>
                  <a:pt x="332082" y="712234"/>
                </a:lnTo>
                <a:lnTo>
                  <a:pt x="265358" y="717044"/>
                </a:lnTo>
                <a:cubicBezTo>
                  <a:pt x="170821" y="714853"/>
                  <a:pt x="93080" y="684305"/>
                  <a:pt x="46012" y="623220"/>
                </a:cubicBezTo>
                <a:cubicBezTo>
                  <a:pt x="14633" y="582497"/>
                  <a:pt x="-145" y="532051"/>
                  <a:pt x="2" y="475694"/>
                </a:cubicBezTo>
                <a:lnTo>
                  <a:pt x="7633" y="415438"/>
                </a:lnTo>
                <a:lnTo>
                  <a:pt x="6215" y="414140"/>
                </a:lnTo>
                <a:close/>
              </a:path>
            </a:pathLst>
          </a:custGeom>
          <a:solidFill>
            <a:srgbClr val="003C3C"/>
          </a:solidFill>
          <a:ln w="25400">
            <a:solidFill>
              <a:schemeClr val="bg1"/>
            </a:solidFill>
          </a:ln>
        </p:spPr>
        <p:txBody>
          <a:bodyPr wrap="square" lIns="0" tIns="0" rIns="0" bIns="0" anchor="ctr" anchorCtr="1">
            <a:noAutofit/>
          </a:bodyPr>
          <a:lstStyle>
            <a:lvl1pPr marL="0" indent="0" algn="l">
              <a:lnSpc>
                <a:spcPts val="1500"/>
              </a:lnSpc>
              <a:spcAft>
                <a:spcPts val="0"/>
              </a:spcAft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358780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 Bilder + Lini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7">
            <a:extLst>
              <a:ext uri="{FF2B5EF4-FFF2-40B4-BE49-F238E27FC236}">
                <a16:creationId xmlns:a16="http://schemas.microsoft.com/office/drawing/2014/main" id="{60CEECC1-8C0E-2FDD-79EE-FA415BAB2F2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 bwMode="gray">
          <a:xfrm>
            <a:off x="-1" y="2627100"/>
            <a:ext cx="2970000" cy="2457000"/>
          </a:xfrm>
          <a:solidFill>
            <a:schemeClr val="bg1">
              <a:lumMod val="95000"/>
            </a:schemeClr>
          </a:solidFill>
        </p:spPr>
        <p:txBody>
          <a:bodyPr vert="horz" lIns="180000" tIns="180000" rIns="0" bIns="0"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GB"/>
              <a:t>Click icon to add picture</a:t>
            </a:r>
            <a:endParaRPr lang="de-DE"/>
          </a:p>
        </p:txBody>
      </p:sp>
      <p:sp>
        <p:nvSpPr>
          <p:cNvPr id="15" name="Bildplatzhalter 7">
            <a:extLst>
              <a:ext uri="{FF2B5EF4-FFF2-40B4-BE49-F238E27FC236}">
                <a16:creationId xmlns:a16="http://schemas.microsoft.com/office/drawing/2014/main" id="{6FE5E7A5-6DD8-F6BA-C150-18FA8F86D6A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 bwMode="gray">
          <a:xfrm>
            <a:off x="3086999" y="2627100"/>
            <a:ext cx="2970000" cy="2457000"/>
          </a:xfrm>
          <a:solidFill>
            <a:schemeClr val="bg1">
              <a:lumMod val="95000"/>
            </a:schemeClr>
          </a:solidFill>
        </p:spPr>
        <p:txBody>
          <a:bodyPr vert="horz" lIns="180000" tIns="180000" rIns="0" bIns="0"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GB"/>
              <a:t>Click icon to add picture</a:t>
            </a:r>
            <a:endParaRPr lang="de-DE"/>
          </a:p>
        </p:txBody>
      </p:sp>
      <p:sp>
        <p:nvSpPr>
          <p:cNvPr id="16" name="Bildplatzhalter 7">
            <a:extLst>
              <a:ext uri="{FF2B5EF4-FFF2-40B4-BE49-F238E27FC236}">
                <a16:creationId xmlns:a16="http://schemas.microsoft.com/office/drawing/2014/main" id="{6DACC708-C858-851E-9AF6-5E418C7B5ED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 bwMode="gray">
          <a:xfrm>
            <a:off x="6174000" y="2627100"/>
            <a:ext cx="2970000" cy="2457000"/>
          </a:xfrm>
          <a:solidFill>
            <a:schemeClr val="bg1">
              <a:lumMod val="95000"/>
            </a:schemeClr>
          </a:solidFill>
        </p:spPr>
        <p:txBody>
          <a:bodyPr vert="horz" lIns="180000" tIns="180000" rIns="0" bIns="0"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GB"/>
              <a:t>Click icon to add picture</a:t>
            </a:r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16DAD80-4F74-C10E-E47B-AC27AFB5126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gray">
          <a:xfrm>
            <a:off x="0" y="0"/>
            <a:ext cx="2970000" cy="2457000"/>
          </a:xfrm>
          <a:solidFill>
            <a:schemeClr val="bg1">
              <a:lumMod val="95000"/>
            </a:schemeClr>
          </a:solidFill>
        </p:spPr>
        <p:txBody>
          <a:bodyPr vert="horz" lIns="180000" tIns="180000" rIns="0" bIns="0" rtlCol="0">
            <a:noAutofit/>
          </a:bodyPr>
          <a:lstStyle>
            <a:lvl1pPr>
              <a:defRPr lang="de-DE" sz="1200" kern="1200" spc="30" baseline="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Click icon to add picture</a:t>
            </a:r>
            <a:endParaRPr lang="de-DE"/>
          </a:p>
        </p:txBody>
      </p:sp>
      <p:sp>
        <p:nvSpPr>
          <p:cNvPr id="12" name="Bildplatzhalter 7">
            <a:extLst>
              <a:ext uri="{FF2B5EF4-FFF2-40B4-BE49-F238E27FC236}">
                <a16:creationId xmlns:a16="http://schemas.microsoft.com/office/drawing/2014/main" id="{06E9FB7B-CA59-DB20-7D69-10622246C68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 bwMode="gray">
          <a:xfrm>
            <a:off x="3087000" y="0"/>
            <a:ext cx="2970000" cy="2457000"/>
          </a:xfrm>
          <a:solidFill>
            <a:schemeClr val="bg1">
              <a:lumMod val="95000"/>
            </a:schemeClr>
          </a:solidFill>
        </p:spPr>
        <p:txBody>
          <a:bodyPr vert="horz" lIns="180000" tIns="180000" rIns="0" bIns="0"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GB"/>
              <a:t>Click icon to add picture</a:t>
            </a:r>
            <a:endParaRPr lang="de-DE"/>
          </a:p>
        </p:txBody>
      </p:sp>
      <p:sp>
        <p:nvSpPr>
          <p:cNvPr id="13" name="Bildplatzhalter 7">
            <a:extLst>
              <a:ext uri="{FF2B5EF4-FFF2-40B4-BE49-F238E27FC236}">
                <a16:creationId xmlns:a16="http://schemas.microsoft.com/office/drawing/2014/main" id="{78D84D7D-960A-CB01-03D1-BD91824926E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 bwMode="gray">
          <a:xfrm>
            <a:off x="6174000" y="0"/>
            <a:ext cx="2970000" cy="2457000"/>
          </a:xfrm>
          <a:solidFill>
            <a:schemeClr val="bg1">
              <a:lumMod val="95000"/>
            </a:schemeClr>
          </a:solidFill>
        </p:spPr>
        <p:txBody>
          <a:bodyPr vert="horz" lIns="180000" tIns="180000" rIns="0" bIns="0"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GB"/>
              <a:t>Click icon to add picture</a:t>
            </a:r>
            <a:endParaRPr lang="de-DE"/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2CC876D9-E9FA-FB04-1401-6B95DB6CC15F}"/>
              </a:ext>
            </a:extLst>
          </p:cNvPr>
          <p:cNvSpPr/>
          <p:nvPr userDrawn="1"/>
        </p:nvSpPr>
        <p:spPr bwMode="gray">
          <a:xfrm>
            <a:off x="0" y="5084100"/>
            <a:ext cx="2970000" cy="59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60A1D386-F04E-48A0-E49A-08073922F3A8}"/>
              </a:ext>
            </a:extLst>
          </p:cNvPr>
          <p:cNvSpPr/>
          <p:nvPr userDrawn="1"/>
        </p:nvSpPr>
        <p:spPr bwMode="gray">
          <a:xfrm>
            <a:off x="6174000" y="5084100"/>
            <a:ext cx="2970000" cy="59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CF9FF4F5-B22D-13CD-6B0D-DC9E435BC2F7}"/>
              </a:ext>
            </a:extLst>
          </p:cNvPr>
          <p:cNvSpPr/>
          <p:nvPr userDrawn="1"/>
        </p:nvSpPr>
        <p:spPr bwMode="gray">
          <a:xfrm>
            <a:off x="3087000" y="5084100"/>
            <a:ext cx="2970000" cy="59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74033405-EAB3-0BFE-858B-AB543961AE76}"/>
              </a:ext>
            </a:extLst>
          </p:cNvPr>
          <p:cNvSpPr/>
          <p:nvPr userDrawn="1"/>
        </p:nvSpPr>
        <p:spPr bwMode="gray">
          <a:xfrm>
            <a:off x="0" y="2457000"/>
            <a:ext cx="2970000" cy="59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7CCF2C5-EC14-C53B-231F-4085E04C42BE}"/>
              </a:ext>
            </a:extLst>
          </p:cNvPr>
          <p:cNvSpPr/>
          <p:nvPr userDrawn="1"/>
        </p:nvSpPr>
        <p:spPr bwMode="gray">
          <a:xfrm>
            <a:off x="6174000" y="2457000"/>
            <a:ext cx="2970000" cy="59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D936BB2E-8813-6954-F820-51AA4F14D310}"/>
              </a:ext>
            </a:extLst>
          </p:cNvPr>
          <p:cNvSpPr/>
          <p:nvPr userDrawn="1"/>
        </p:nvSpPr>
        <p:spPr bwMode="gray">
          <a:xfrm>
            <a:off x="3087000" y="2457000"/>
            <a:ext cx="2970000" cy="59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232F4FBC-3124-43B1-216B-5280FD47C82E}"/>
              </a:ext>
            </a:extLst>
          </p:cNvPr>
          <p:cNvSpPr>
            <a:spLocks noGrp="1"/>
          </p:cNvSpPr>
          <p:nvPr>
            <p:ph type="body" idx="25"/>
          </p:nvPr>
        </p:nvSpPr>
        <p:spPr bwMode="gray">
          <a:xfrm>
            <a:off x="197514" y="448110"/>
            <a:ext cx="2092188" cy="540060"/>
          </a:xfrm>
          <a:custGeom>
            <a:avLst/>
            <a:gdLst>
              <a:gd name="connsiteX0" fmla="*/ 155479 w 2789584"/>
              <a:gd name="connsiteY0" fmla="*/ 0 h 720080"/>
              <a:gd name="connsiteX1" fmla="*/ 2454765 w 2789584"/>
              <a:gd name="connsiteY1" fmla="*/ 0 h 720080"/>
              <a:gd name="connsiteX2" fmla="*/ 2457503 w 2789584"/>
              <a:gd name="connsiteY2" fmla="*/ 2505 h 720080"/>
              <a:gd name="connsiteX3" fmla="*/ 2492256 w 2789584"/>
              <a:gd name="connsiteY3" fmla="*/ 0 h 720080"/>
              <a:gd name="connsiteX4" fmla="*/ 2546479 w 2789584"/>
              <a:gd name="connsiteY4" fmla="*/ 0 h 720080"/>
              <a:gd name="connsiteX5" fmla="*/ 2591764 w 2789584"/>
              <a:gd name="connsiteY5" fmla="*/ 4690 h 720080"/>
              <a:gd name="connsiteX6" fmla="*/ 2743574 w 2789584"/>
              <a:gd name="connsiteY6" fmla="*/ 91519 h 720080"/>
              <a:gd name="connsiteX7" fmla="*/ 2789583 w 2789584"/>
              <a:gd name="connsiteY7" fmla="*/ 239045 h 720080"/>
              <a:gd name="connsiteX8" fmla="*/ 2785136 w 2789584"/>
              <a:gd name="connsiteY8" fmla="*/ 274159 h 720080"/>
              <a:gd name="connsiteX9" fmla="*/ 2624417 w 2789584"/>
              <a:gd name="connsiteY9" fmla="*/ 720080 h 720080"/>
              <a:gd name="connsiteX10" fmla="*/ 340659 w 2789584"/>
              <a:gd name="connsiteY10" fmla="*/ 720080 h 720080"/>
              <a:gd name="connsiteX11" fmla="*/ 332082 w 2789584"/>
              <a:gd name="connsiteY11" fmla="*/ 712234 h 720080"/>
              <a:gd name="connsiteX12" fmla="*/ 265358 w 2789584"/>
              <a:gd name="connsiteY12" fmla="*/ 717044 h 720080"/>
              <a:gd name="connsiteX13" fmla="*/ 46012 w 2789584"/>
              <a:gd name="connsiteY13" fmla="*/ 623220 h 720080"/>
              <a:gd name="connsiteX14" fmla="*/ 2 w 2789584"/>
              <a:gd name="connsiteY14" fmla="*/ 475694 h 720080"/>
              <a:gd name="connsiteX15" fmla="*/ 7633 w 2789584"/>
              <a:gd name="connsiteY15" fmla="*/ 415438 h 720080"/>
              <a:gd name="connsiteX16" fmla="*/ 6215 w 2789584"/>
              <a:gd name="connsiteY16" fmla="*/ 414140 h 72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89584" h="720080">
                <a:moveTo>
                  <a:pt x="155479" y="0"/>
                </a:moveTo>
                <a:lnTo>
                  <a:pt x="2454765" y="0"/>
                </a:lnTo>
                <a:lnTo>
                  <a:pt x="2457503" y="2505"/>
                </a:lnTo>
                <a:lnTo>
                  <a:pt x="2492256" y="0"/>
                </a:lnTo>
                <a:lnTo>
                  <a:pt x="2546479" y="0"/>
                </a:lnTo>
                <a:lnTo>
                  <a:pt x="2591764" y="4690"/>
                </a:lnTo>
                <a:cubicBezTo>
                  <a:pt x="2655718" y="17069"/>
                  <a:pt x="2708273" y="45705"/>
                  <a:pt x="2743574" y="91519"/>
                </a:cubicBezTo>
                <a:cubicBezTo>
                  <a:pt x="2774952" y="132242"/>
                  <a:pt x="2789730" y="182689"/>
                  <a:pt x="2789583" y="239045"/>
                </a:cubicBezTo>
                <a:lnTo>
                  <a:pt x="2785136" y="274159"/>
                </a:lnTo>
                <a:lnTo>
                  <a:pt x="2624417" y="720080"/>
                </a:lnTo>
                <a:lnTo>
                  <a:pt x="340659" y="720080"/>
                </a:lnTo>
                <a:lnTo>
                  <a:pt x="332082" y="712234"/>
                </a:lnTo>
                <a:lnTo>
                  <a:pt x="265358" y="717044"/>
                </a:lnTo>
                <a:cubicBezTo>
                  <a:pt x="170821" y="714853"/>
                  <a:pt x="93080" y="684305"/>
                  <a:pt x="46012" y="623220"/>
                </a:cubicBezTo>
                <a:cubicBezTo>
                  <a:pt x="14633" y="582497"/>
                  <a:pt x="-145" y="532051"/>
                  <a:pt x="2" y="475694"/>
                </a:cubicBezTo>
                <a:lnTo>
                  <a:pt x="7633" y="415438"/>
                </a:lnTo>
                <a:lnTo>
                  <a:pt x="6215" y="414140"/>
                </a:lnTo>
                <a:close/>
              </a:path>
            </a:pathLst>
          </a:custGeom>
          <a:solidFill>
            <a:srgbClr val="003C3C"/>
          </a:solidFill>
          <a:ln w="25400">
            <a:solidFill>
              <a:schemeClr val="bg1"/>
            </a:solidFill>
          </a:ln>
        </p:spPr>
        <p:txBody>
          <a:bodyPr wrap="square" lIns="0" tIns="0" rIns="0" bIns="0" anchor="ctr" anchorCtr="1">
            <a:noAutofit/>
          </a:bodyPr>
          <a:lstStyle>
            <a:lvl1pPr marL="0" indent="0" algn="l">
              <a:lnSpc>
                <a:spcPts val="1500"/>
              </a:lnSpc>
              <a:spcAft>
                <a:spcPts val="0"/>
              </a:spcAft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EDF4A2F0-95CB-BD29-1F39-52A59B033CCB}"/>
              </a:ext>
            </a:extLst>
          </p:cNvPr>
          <p:cNvSpPr>
            <a:spLocks noGrp="1"/>
          </p:cNvSpPr>
          <p:nvPr>
            <p:ph type="body" idx="26"/>
          </p:nvPr>
        </p:nvSpPr>
        <p:spPr bwMode="gray">
          <a:xfrm>
            <a:off x="3284513" y="448110"/>
            <a:ext cx="2092188" cy="540060"/>
          </a:xfrm>
          <a:custGeom>
            <a:avLst/>
            <a:gdLst>
              <a:gd name="connsiteX0" fmla="*/ 155479 w 2789584"/>
              <a:gd name="connsiteY0" fmla="*/ 0 h 720080"/>
              <a:gd name="connsiteX1" fmla="*/ 2454765 w 2789584"/>
              <a:gd name="connsiteY1" fmla="*/ 0 h 720080"/>
              <a:gd name="connsiteX2" fmla="*/ 2457503 w 2789584"/>
              <a:gd name="connsiteY2" fmla="*/ 2505 h 720080"/>
              <a:gd name="connsiteX3" fmla="*/ 2492256 w 2789584"/>
              <a:gd name="connsiteY3" fmla="*/ 0 h 720080"/>
              <a:gd name="connsiteX4" fmla="*/ 2546479 w 2789584"/>
              <a:gd name="connsiteY4" fmla="*/ 0 h 720080"/>
              <a:gd name="connsiteX5" fmla="*/ 2591764 w 2789584"/>
              <a:gd name="connsiteY5" fmla="*/ 4690 h 720080"/>
              <a:gd name="connsiteX6" fmla="*/ 2743574 w 2789584"/>
              <a:gd name="connsiteY6" fmla="*/ 91519 h 720080"/>
              <a:gd name="connsiteX7" fmla="*/ 2789583 w 2789584"/>
              <a:gd name="connsiteY7" fmla="*/ 239045 h 720080"/>
              <a:gd name="connsiteX8" fmla="*/ 2785136 w 2789584"/>
              <a:gd name="connsiteY8" fmla="*/ 274159 h 720080"/>
              <a:gd name="connsiteX9" fmla="*/ 2624417 w 2789584"/>
              <a:gd name="connsiteY9" fmla="*/ 720080 h 720080"/>
              <a:gd name="connsiteX10" fmla="*/ 340659 w 2789584"/>
              <a:gd name="connsiteY10" fmla="*/ 720080 h 720080"/>
              <a:gd name="connsiteX11" fmla="*/ 332082 w 2789584"/>
              <a:gd name="connsiteY11" fmla="*/ 712234 h 720080"/>
              <a:gd name="connsiteX12" fmla="*/ 265358 w 2789584"/>
              <a:gd name="connsiteY12" fmla="*/ 717044 h 720080"/>
              <a:gd name="connsiteX13" fmla="*/ 46012 w 2789584"/>
              <a:gd name="connsiteY13" fmla="*/ 623220 h 720080"/>
              <a:gd name="connsiteX14" fmla="*/ 2 w 2789584"/>
              <a:gd name="connsiteY14" fmla="*/ 475694 h 720080"/>
              <a:gd name="connsiteX15" fmla="*/ 7633 w 2789584"/>
              <a:gd name="connsiteY15" fmla="*/ 415438 h 720080"/>
              <a:gd name="connsiteX16" fmla="*/ 6215 w 2789584"/>
              <a:gd name="connsiteY16" fmla="*/ 414140 h 72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89584" h="720080">
                <a:moveTo>
                  <a:pt x="155479" y="0"/>
                </a:moveTo>
                <a:lnTo>
                  <a:pt x="2454765" y="0"/>
                </a:lnTo>
                <a:lnTo>
                  <a:pt x="2457503" y="2505"/>
                </a:lnTo>
                <a:lnTo>
                  <a:pt x="2492256" y="0"/>
                </a:lnTo>
                <a:lnTo>
                  <a:pt x="2546479" y="0"/>
                </a:lnTo>
                <a:lnTo>
                  <a:pt x="2591764" y="4690"/>
                </a:lnTo>
                <a:cubicBezTo>
                  <a:pt x="2655718" y="17069"/>
                  <a:pt x="2708273" y="45705"/>
                  <a:pt x="2743574" y="91519"/>
                </a:cubicBezTo>
                <a:cubicBezTo>
                  <a:pt x="2774952" y="132242"/>
                  <a:pt x="2789730" y="182689"/>
                  <a:pt x="2789583" y="239045"/>
                </a:cubicBezTo>
                <a:lnTo>
                  <a:pt x="2785136" y="274159"/>
                </a:lnTo>
                <a:lnTo>
                  <a:pt x="2624417" y="720080"/>
                </a:lnTo>
                <a:lnTo>
                  <a:pt x="340659" y="720080"/>
                </a:lnTo>
                <a:lnTo>
                  <a:pt x="332082" y="712234"/>
                </a:lnTo>
                <a:lnTo>
                  <a:pt x="265358" y="717044"/>
                </a:lnTo>
                <a:cubicBezTo>
                  <a:pt x="170821" y="714853"/>
                  <a:pt x="93080" y="684305"/>
                  <a:pt x="46012" y="623220"/>
                </a:cubicBezTo>
                <a:cubicBezTo>
                  <a:pt x="14633" y="582497"/>
                  <a:pt x="-145" y="532051"/>
                  <a:pt x="2" y="475694"/>
                </a:cubicBezTo>
                <a:lnTo>
                  <a:pt x="7633" y="415438"/>
                </a:lnTo>
                <a:lnTo>
                  <a:pt x="6215" y="414140"/>
                </a:lnTo>
                <a:close/>
              </a:path>
            </a:pathLst>
          </a:custGeom>
          <a:solidFill>
            <a:srgbClr val="003C3C"/>
          </a:solidFill>
          <a:ln w="25400">
            <a:solidFill>
              <a:schemeClr val="bg1"/>
            </a:solidFill>
          </a:ln>
        </p:spPr>
        <p:txBody>
          <a:bodyPr wrap="square" lIns="0" tIns="0" rIns="0" bIns="0" anchor="ctr" anchorCtr="1">
            <a:noAutofit/>
          </a:bodyPr>
          <a:lstStyle>
            <a:lvl1pPr marL="0" indent="0" algn="l">
              <a:lnSpc>
                <a:spcPts val="1500"/>
              </a:lnSpc>
              <a:spcAft>
                <a:spcPts val="0"/>
              </a:spcAft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platzhalter 21">
            <a:extLst>
              <a:ext uri="{FF2B5EF4-FFF2-40B4-BE49-F238E27FC236}">
                <a16:creationId xmlns:a16="http://schemas.microsoft.com/office/drawing/2014/main" id="{27B128AF-797A-11F1-9552-07C2AA24D03D}"/>
              </a:ext>
            </a:extLst>
          </p:cNvPr>
          <p:cNvSpPr>
            <a:spLocks noGrp="1"/>
          </p:cNvSpPr>
          <p:nvPr>
            <p:ph type="body" idx="27"/>
          </p:nvPr>
        </p:nvSpPr>
        <p:spPr bwMode="gray">
          <a:xfrm>
            <a:off x="6371514" y="448110"/>
            <a:ext cx="2092188" cy="540060"/>
          </a:xfrm>
          <a:custGeom>
            <a:avLst/>
            <a:gdLst>
              <a:gd name="connsiteX0" fmla="*/ 155479 w 2789584"/>
              <a:gd name="connsiteY0" fmla="*/ 0 h 720080"/>
              <a:gd name="connsiteX1" fmla="*/ 2454765 w 2789584"/>
              <a:gd name="connsiteY1" fmla="*/ 0 h 720080"/>
              <a:gd name="connsiteX2" fmla="*/ 2457503 w 2789584"/>
              <a:gd name="connsiteY2" fmla="*/ 2505 h 720080"/>
              <a:gd name="connsiteX3" fmla="*/ 2492256 w 2789584"/>
              <a:gd name="connsiteY3" fmla="*/ 0 h 720080"/>
              <a:gd name="connsiteX4" fmla="*/ 2546479 w 2789584"/>
              <a:gd name="connsiteY4" fmla="*/ 0 h 720080"/>
              <a:gd name="connsiteX5" fmla="*/ 2591764 w 2789584"/>
              <a:gd name="connsiteY5" fmla="*/ 4690 h 720080"/>
              <a:gd name="connsiteX6" fmla="*/ 2743574 w 2789584"/>
              <a:gd name="connsiteY6" fmla="*/ 91519 h 720080"/>
              <a:gd name="connsiteX7" fmla="*/ 2789583 w 2789584"/>
              <a:gd name="connsiteY7" fmla="*/ 239045 h 720080"/>
              <a:gd name="connsiteX8" fmla="*/ 2785136 w 2789584"/>
              <a:gd name="connsiteY8" fmla="*/ 274159 h 720080"/>
              <a:gd name="connsiteX9" fmla="*/ 2624417 w 2789584"/>
              <a:gd name="connsiteY9" fmla="*/ 720080 h 720080"/>
              <a:gd name="connsiteX10" fmla="*/ 340659 w 2789584"/>
              <a:gd name="connsiteY10" fmla="*/ 720080 h 720080"/>
              <a:gd name="connsiteX11" fmla="*/ 332082 w 2789584"/>
              <a:gd name="connsiteY11" fmla="*/ 712234 h 720080"/>
              <a:gd name="connsiteX12" fmla="*/ 265358 w 2789584"/>
              <a:gd name="connsiteY12" fmla="*/ 717044 h 720080"/>
              <a:gd name="connsiteX13" fmla="*/ 46012 w 2789584"/>
              <a:gd name="connsiteY13" fmla="*/ 623220 h 720080"/>
              <a:gd name="connsiteX14" fmla="*/ 2 w 2789584"/>
              <a:gd name="connsiteY14" fmla="*/ 475694 h 720080"/>
              <a:gd name="connsiteX15" fmla="*/ 7633 w 2789584"/>
              <a:gd name="connsiteY15" fmla="*/ 415438 h 720080"/>
              <a:gd name="connsiteX16" fmla="*/ 6215 w 2789584"/>
              <a:gd name="connsiteY16" fmla="*/ 414140 h 72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89584" h="720080">
                <a:moveTo>
                  <a:pt x="155479" y="0"/>
                </a:moveTo>
                <a:lnTo>
                  <a:pt x="2454765" y="0"/>
                </a:lnTo>
                <a:lnTo>
                  <a:pt x="2457503" y="2505"/>
                </a:lnTo>
                <a:lnTo>
                  <a:pt x="2492256" y="0"/>
                </a:lnTo>
                <a:lnTo>
                  <a:pt x="2546479" y="0"/>
                </a:lnTo>
                <a:lnTo>
                  <a:pt x="2591764" y="4690"/>
                </a:lnTo>
                <a:cubicBezTo>
                  <a:pt x="2655718" y="17069"/>
                  <a:pt x="2708273" y="45705"/>
                  <a:pt x="2743574" y="91519"/>
                </a:cubicBezTo>
                <a:cubicBezTo>
                  <a:pt x="2774952" y="132242"/>
                  <a:pt x="2789730" y="182689"/>
                  <a:pt x="2789583" y="239045"/>
                </a:cubicBezTo>
                <a:lnTo>
                  <a:pt x="2785136" y="274159"/>
                </a:lnTo>
                <a:lnTo>
                  <a:pt x="2624417" y="720080"/>
                </a:lnTo>
                <a:lnTo>
                  <a:pt x="340659" y="720080"/>
                </a:lnTo>
                <a:lnTo>
                  <a:pt x="332082" y="712234"/>
                </a:lnTo>
                <a:lnTo>
                  <a:pt x="265358" y="717044"/>
                </a:lnTo>
                <a:cubicBezTo>
                  <a:pt x="170821" y="714853"/>
                  <a:pt x="93080" y="684305"/>
                  <a:pt x="46012" y="623220"/>
                </a:cubicBezTo>
                <a:cubicBezTo>
                  <a:pt x="14633" y="582497"/>
                  <a:pt x="-145" y="532051"/>
                  <a:pt x="2" y="475694"/>
                </a:cubicBezTo>
                <a:lnTo>
                  <a:pt x="7633" y="415438"/>
                </a:lnTo>
                <a:lnTo>
                  <a:pt x="6215" y="414140"/>
                </a:lnTo>
                <a:close/>
              </a:path>
            </a:pathLst>
          </a:custGeom>
          <a:solidFill>
            <a:srgbClr val="003C3C"/>
          </a:solidFill>
          <a:ln w="25400">
            <a:solidFill>
              <a:schemeClr val="bg1"/>
            </a:solidFill>
          </a:ln>
        </p:spPr>
        <p:txBody>
          <a:bodyPr wrap="square" lIns="0" tIns="0" rIns="0" bIns="0" anchor="ctr" anchorCtr="1">
            <a:noAutofit/>
          </a:bodyPr>
          <a:lstStyle>
            <a:lvl1pPr marL="0" indent="0" algn="l">
              <a:lnSpc>
                <a:spcPts val="1500"/>
              </a:lnSpc>
              <a:spcAft>
                <a:spcPts val="0"/>
              </a:spcAft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platzhalter 22">
            <a:extLst>
              <a:ext uri="{FF2B5EF4-FFF2-40B4-BE49-F238E27FC236}">
                <a16:creationId xmlns:a16="http://schemas.microsoft.com/office/drawing/2014/main" id="{F0B1B964-05C9-450B-DE4E-C56948643BD7}"/>
              </a:ext>
            </a:extLst>
          </p:cNvPr>
          <p:cNvSpPr>
            <a:spLocks noGrp="1"/>
          </p:cNvSpPr>
          <p:nvPr>
            <p:ph type="body" idx="28"/>
          </p:nvPr>
        </p:nvSpPr>
        <p:spPr bwMode="gray">
          <a:xfrm>
            <a:off x="197514" y="3075210"/>
            <a:ext cx="2092188" cy="540060"/>
          </a:xfrm>
          <a:custGeom>
            <a:avLst/>
            <a:gdLst>
              <a:gd name="connsiteX0" fmla="*/ 155479 w 2789584"/>
              <a:gd name="connsiteY0" fmla="*/ 0 h 720080"/>
              <a:gd name="connsiteX1" fmla="*/ 2454765 w 2789584"/>
              <a:gd name="connsiteY1" fmla="*/ 0 h 720080"/>
              <a:gd name="connsiteX2" fmla="*/ 2457503 w 2789584"/>
              <a:gd name="connsiteY2" fmla="*/ 2505 h 720080"/>
              <a:gd name="connsiteX3" fmla="*/ 2492256 w 2789584"/>
              <a:gd name="connsiteY3" fmla="*/ 0 h 720080"/>
              <a:gd name="connsiteX4" fmla="*/ 2546479 w 2789584"/>
              <a:gd name="connsiteY4" fmla="*/ 0 h 720080"/>
              <a:gd name="connsiteX5" fmla="*/ 2591764 w 2789584"/>
              <a:gd name="connsiteY5" fmla="*/ 4690 h 720080"/>
              <a:gd name="connsiteX6" fmla="*/ 2743574 w 2789584"/>
              <a:gd name="connsiteY6" fmla="*/ 91519 h 720080"/>
              <a:gd name="connsiteX7" fmla="*/ 2789583 w 2789584"/>
              <a:gd name="connsiteY7" fmla="*/ 239045 h 720080"/>
              <a:gd name="connsiteX8" fmla="*/ 2785136 w 2789584"/>
              <a:gd name="connsiteY8" fmla="*/ 274159 h 720080"/>
              <a:gd name="connsiteX9" fmla="*/ 2624417 w 2789584"/>
              <a:gd name="connsiteY9" fmla="*/ 720080 h 720080"/>
              <a:gd name="connsiteX10" fmla="*/ 340659 w 2789584"/>
              <a:gd name="connsiteY10" fmla="*/ 720080 h 720080"/>
              <a:gd name="connsiteX11" fmla="*/ 332082 w 2789584"/>
              <a:gd name="connsiteY11" fmla="*/ 712234 h 720080"/>
              <a:gd name="connsiteX12" fmla="*/ 265358 w 2789584"/>
              <a:gd name="connsiteY12" fmla="*/ 717044 h 720080"/>
              <a:gd name="connsiteX13" fmla="*/ 46012 w 2789584"/>
              <a:gd name="connsiteY13" fmla="*/ 623220 h 720080"/>
              <a:gd name="connsiteX14" fmla="*/ 2 w 2789584"/>
              <a:gd name="connsiteY14" fmla="*/ 475694 h 720080"/>
              <a:gd name="connsiteX15" fmla="*/ 7633 w 2789584"/>
              <a:gd name="connsiteY15" fmla="*/ 415438 h 720080"/>
              <a:gd name="connsiteX16" fmla="*/ 6215 w 2789584"/>
              <a:gd name="connsiteY16" fmla="*/ 414140 h 72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89584" h="720080">
                <a:moveTo>
                  <a:pt x="155479" y="0"/>
                </a:moveTo>
                <a:lnTo>
                  <a:pt x="2454765" y="0"/>
                </a:lnTo>
                <a:lnTo>
                  <a:pt x="2457503" y="2505"/>
                </a:lnTo>
                <a:lnTo>
                  <a:pt x="2492256" y="0"/>
                </a:lnTo>
                <a:lnTo>
                  <a:pt x="2546479" y="0"/>
                </a:lnTo>
                <a:lnTo>
                  <a:pt x="2591764" y="4690"/>
                </a:lnTo>
                <a:cubicBezTo>
                  <a:pt x="2655718" y="17069"/>
                  <a:pt x="2708273" y="45705"/>
                  <a:pt x="2743574" y="91519"/>
                </a:cubicBezTo>
                <a:cubicBezTo>
                  <a:pt x="2774952" y="132242"/>
                  <a:pt x="2789730" y="182689"/>
                  <a:pt x="2789583" y="239045"/>
                </a:cubicBezTo>
                <a:lnTo>
                  <a:pt x="2785136" y="274159"/>
                </a:lnTo>
                <a:lnTo>
                  <a:pt x="2624417" y="720080"/>
                </a:lnTo>
                <a:lnTo>
                  <a:pt x="340659" y="720080"/>
                </a:lnTo>
                <a:lnTo>
                  <a:pt x="332082" y="712234"/>
                </a:lnTo>
                <a:lnTo>
                  <a:pt x="265358" y="717044"/>
                </a:lnTo>
                <a:cubicBezTo>
                  <a:pt x="170821" y="714853"/>
                  <a:pt x="93080" y="684305"/>
                  <a:pt x="46012" y="623220"/>
                </a:cubicBezTo>
                <a:cubicBezTo>
                  <a:pt x="14633" y="582497"/>
                  <a:pt x="-145" y="532051"/>
                  <a:pt x="2" y="475694"/>
                </a:cubicBezTo>
                <a:lnTo>
                  <a:pt x="7633" y="415438"/>
                </a:lnTo>
                <a:lnTo>
                  <a:pt x="6215" y="414140"/>
                </a:lnTo>
                <a:close/>
              </a:path>
            </a:pathLst>
          </a:custGeom>
          <a:solidFill>
            <a:srgbClr val="003C3C"/>
          </a:solidFill>
          <a:ln w="25400">
            <a:solidFill>
              <a:schemeClr val="bg1"/>
            </a:solidFill>
          </a:ln>
        </p:spPr>
        <p:txBody>
          <a:bodyPr wrap="square" lIns="0" tIns="0" rIns="0" bIns="0" anchor="ctr" anchorCtr="1">
            <a:noAutofit/>
          </a:bodyPr>
          <a:lstStyle>
            <a:lvl1pPr marL="0" indent="0" algn="l">
              <a:lnSpc>
                <a:spcPts val="1500"/>
              </a:lnSpc>
              <a:spcAft>
                <a:spcPts val="0"/>
              </a:spcAft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platzhalter 23">
            <a:extLst>
              <a:ext uri="{FF2B5EF4-FFF2-40B4-BE49-F238E27FC236}">
                <a16:creationId xmlns:a16="http://schemas.microsoft.com/office/drawing/2014/main" id="{8873319A-CABB-D621-AEF0-95632B1EC957}"/>
              </a:ext>
            </a:extLst>
          </p:cNvPr>
          <p:cNvSpPr>
            <a:spLocks noGrp="1"/>
          </p:cNvSpPr>
          <p:nvPr>
            <p:ph type="body" idx="29"/>
          </p:nvPr>
        </p:nvSpPr>
        <p:spPr bwMode="gray">
          <a:xfrm>
            <a:off x="3284513" y="3075210"/>
            <a:ext cx="2092188" cy="540060"/>
          </a:xfrm>
          <a:custGeom>
            <a:avLst/>
            <a:gdLst>
              <a:gd name="connsiteX0" fmla="*/ 155479 w 2789584"/>
              <a:gd name="connsiteY0" fmla="*/ 0 h 720080"/>
              <a:gd name="connsiteX1" fmla="*/ 2454765 w 2789584"/>
              <a:gd name="connsiteY1" fmla="*/ 0 h 720080"/>
              <a:gd name="connsiteX2" fmla="*/ 2457503 w 2789584"/>
              <a:gd name="connsiteY2" fmla="*/ 2505 h 720080"/>
              <a:gd name="connsiteX3" fmla="*/ 2492256 w 2789584"/>
              <a:gd name="connsiteY3" fmla="*/ 0 h 720080"/>
              <a:gd name="connsiteX4" fmla="*/ 2546479 w 2789584"/>
              <a:gd name="connsiteY4" fmla="*/ 0 h 720080"/>
              <a:gd name="connsiteX5" fmla="*/ 2591764 w 2789584"/>
              <a:gd name="connsiteY5" fmla="*/ 4690 h 720080"/>
              <a:gd name="connsiteX6" fmla="*/ 2743574 w 2789584"/>
              <a:gd name="connsiteY6" fmla="*/ 91519 h 720080"/>
              <a:gd name="connsiteX7" fmla="*/ 2789583 w 2789584"/>
              <a:gd name="connsiteY7" fmla="*/ 239045 h 720080"/>
              <a:gd name="connsiteX8" fmla="*/ 2785136 w 2789584"/>
              <a:gd name="connsiteY8" fmla="*/ 274159 h 720080"/>
              <a:gd name="connsiteX9" fmla="*/ 2624417 w 2789584"/>
              <a:gd name="connsiteY9" fmla="*/ 720080 h 720080"/>
              <a:gd name="connsiteX10" fmla="*/ 340659 w 2789584"/>
              <a:gd name="connsiteY10" fmla="*/ 720080 h 720080"/>
              <a:gd name="connsiteX11" fmla="*/ 332082 w 2789584"/>
              <a:gd name="connsiteY11" fmla="*/ 712234 h 720080"/>
              <a:gd name="connsiteX12" fmla="*/ 265358 w 2789584"/>
              <a:gd name="connsiteY12" fmla="*/ 717044 h 720080"/>
              <a:gd name="connsiteX13" fmla="*/ 46012 w 2789584"/>
              <a:gd name="connsiteY13" fmla="*/ 623220 h 720080"/>
              <a:gd name="connsiteX14" fmla="*/ 2 w 2789584"/>
              <a:gd name="connsiteY14" fmla="*/ 475694 h 720080"/>
              <a:gd name="connsiteX15" fmla="*/ 7633 w 2789584"/>
              <a:gd name="connsiteY15" fmla="*/ 415438 h 720080"/>
              <a:gd name="connsiteX16" fmla="*/ 6215 w 2789584"/>
              <a:gd name="connsiteY16" fmla="*/ 414140 h 72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89584" h="720080">
                <a:moveTo>
                  <a:pt x="155479" y="0"/>
                </a:moveTo>
                <a:lnTo>
                  <a:pt x="2454765" y="0"/>
                </a:lnTo>
                <a:lnTo>
                  <a:pt x="2457503" y="2505"/>
                </a:lnTo>
                <a:lnTo>
                  <a:pt x="2492256" y="0"/>
                </a:lnTo>
                <a:lnTo>
                  <a:pt x="2546479" y="0"/>
                </a:lnTo>
                <a:lnTo>
                  <a:pt x="2591764" y="4690"/>
                </a:lnTo>
                <a:cubicBezTo>
                  <a:pt x="2655718" y="17069"/>
                  <a:pt x="2708273" y="45705"/>
                  <a:pt x="2743574" y="91519"/>
                </a:cubicBezTo>
                <a:cubicBezTo>
                  <a:pt x="2774952" y="132242"/>
                  <a:pt x="2789730" y="182689"/>
                  <a:pt x="2789583" y="239045"/>
                </a:cubicBezTo>
                <a:lnTo>
                  <a:pt x="2785136" y="274159"/>
                </a:lnTo>
                <a:lnTo>
                  <a:pt x="2624417" y="720080"/>
                </a:lnTo>
                <a:lnTo>
                  <a:pt x="340659" y="720080"/>
                </a:lnTo>
                <a:lnTo>
                  <a:pt x="332082" y="712234"/>
                </a:lnTo>
                <a:lnTo>
                  <a:pt x="265358" y="717044"/>
                </a:lnTo>
                <a:cubicBezTo>
                  <a:pt x="170821" y="714853"/>
                  <a:pt x="93080" y="684305"/>
                  <a:pt x="46012" y="623220"/>
                </a:cubicBezTo>
                <a:cubicBezTo>
                  <a:pt x="14633" y="582497"/>
                  <a:pt x="-145" y="532051"/>
                  <a:pt x="2" y="475694"/>
                </a:cubicBezTo>
                <a:lnTo>
                  <a:pt x="7633" y="415438"/>
                </a:lnTo>
                <a:lnTo>
                  <a:pt x="6215" y="414140"/>
                </a:lnTo>
                <a:close/>
              </a:path>
            </a:pathLst>
          </a:custGeom>
          <a:solidFill>
            <a:srgbClr val="003C3C"/>
          </a:solidFill>
          <a:ln w="25400">
            <a:solidFill>
              <a:schemeClr val="bg1"/>
            </a:solidFill>
          </a:ln>
        </p:spPr>
        <p:txBody>
          <a:bodyPr wrap="square" lIns="0" tIns="0" rIns="0" bIns="0" anchor="ctr" anchorCtr="1">
            <a:noAutofit/>
          </a:bodyPr>
          <a:lstStyle>
            <a:lvl1pPr marL="0" indent="0" algn="l">
              <a:lnSpc>
                <a:spcPts val="1500"/>
              </a:lnSpc>
              <a:spcAft>
                <a:spcPts val="0"/>
              </a:spcAft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platzhalter 24">
            <a:extLst>
              <a:ext uri="{FF2B5EF4-FFF2-40B4-BE49-F238E27FC236}">
                <a16:creationId xmlns:a16="http://schemas.microsoft.com/office/drawing/2014/main" id="{74D7F2ED-80F0-3FE8-9C46-4B6F7C9CA953}"/>
              </a:ext>
            </a:extLst>
          </p:cNvPr>
          <p:cNvSpPr>
            <a:spLocks noGrp="1"/>
          </p:cNvSpPr>
          <p:nvPr>
            <p:ph type="body" idx="30"/>
          </p:nvPr>
        </p:nvSpPr>
        <p:spPr bwMode="gray">
          <a:xfrm>
            <a:off x="6371514" y="3075210"/>
            <a:ext cx="2092188" cy="540060"/>
          </a:xfrm>
          <a:custGeom>
            <a:avLst/>
            <a:gdLst>
              <a:gd name="connsiteX0" fmla="*/ 155479 w 2789584"/>
              <a:gd name="connsiteY0" fmla="*/ 0 h 720080"/>
              <a:gd name="connsiteX1" fmla="*/ 2454765 w 2789584"/>
              <a:gd name="connsiteY1" fmla="*/ 0 h 720080"/>
              <a:gd name="connsiteX2" fmla="*/ 2457503 w 2789584"/>
              <a:gd name="connsiteY2" fmla="*/ 2505 h 720080"/>
              <a:gd name="connsiteX3" fmla="*/ 2492256 w 2789584"/>
              <a:gd name="connsiteY3" fmla="*/ 0 h 720080"/>
              <a:gd name="connsiteX4" fmla="*/ 2546479 w 2789584"/>
              <a:gd name="connsiteY4" fmla="*/ 0 h 720080"/>
              <a:gd name="connsiteX5" fmla="*/ 2591764 w 2789584"/>
              <a:gd name="connsiteY5" fmla="*/ 4690 h 720080"/>
              <a:gd name="connsiteX6" fmla="*/ 2743574 w 2789584"/>
              <a:gd name="connsiteY6" fmla="*/ 91519 h 720080"/>
              <a:gd name="connsiteX7" fmla="*/ 2789583 w 2789584"/>
              <a:gd name="connsiteY7" fmla="*/ 239045 h 720080"/>
              <a:gd name="connsiteX8" fmla="*/ 2785136 w 2789584"/>
              <a:gd name="connsiteY8" fmla="*/ 274159 h 720080"/>
              <a:gd name="connsiteX9" fmla="*/ 2624417 w 2789584"/>
              <a:gd name="connsiteY9" fmla="*/ 720080 h 720080"/>
              <a:gd name="connsiteX10" fmla="*/ 340659 w 2789584"/>
              <a:gd name="connsiteY10" fmla="*/ 720080 h 720080"/>
              <a:gd name="connsiteX11" fmla="*/ 332082 w 2789584"/>
              <a:gd name="connsiteY11" fmla="*/ 712234 h 720080"/>
              <a:gd name="connsiteX12" fmla="*/ 265358 w 2789584"/>
              <a:gd name="connsiteY12" fmla="*/ 717044 h 720080"/>
              <a:gd name="connsiteX13" fmla="*/ 46012 w 2789584"/>
              <a:gd name="connsiteY13" fmla="*/ 623220 h 720080"/>
              <a:gd name="connsiteX14" fmla="*/ 2 w 2789584"/>
              <a:gd name="connsiteY14" fmla="*/ 475694 h 720080"/>
              <a:gd name="connsiteX15" fmla="*/ 7633 w 2789584"/>
              <a:gd name="connsiteY15" fmla="*/ 415438 h 720080"/>
              <a:gd name="connsiteX16" fmla="*/ 6215 w 2789584"/>
              <a:gd name="connsiteY16" fmla="*/ 414140 h 720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789584" h="720080">
                <a:moveTo>
                  <a:pt x="155479" y="0"/>
                </a:moveTo>
                <a:lnTo>
                  <a:pt x="2454765" y="0"/>
                </a:lnTo>
                <a:lnTo>
                  <a:pt x="2457503" y="2505"/>
                </a:lnTo>
                <a:lnTo>
                  <a:pt x="2492256" y="0"/>
                </a:lnTo>
                <a:lnTo>
                  <a:pt x="2546479" y="0"/>
                </a:lnTo>
                <a:lnTo>
                  <a:pt x="2591764" y="4690"/>
                </a:lnTo>
                <a:cubicBezTo>
                  <a:pt x="2655718" y="17069"/>
                  <a:pt x="2708273" y="45705"/>
                  <a:pt x="2743574" y="91519"/>
                </a:cubicBezTo>
                <a:cubicBezTo>
                  <a:pt x="2774952" y="132242"/>
                  <a:pt x="2789730" y="182689"/>
                  <a:pt x="2789583" y="239045"/>
                </a:cubicBezTo>
                <a:lnTo>
                  <a:pt x="2785136" y="274159"/>
                </a:lnTo>
                <a:lnTo>
                  <a:pt x="2624417" y="720080"/>
                </a:lnTo>
                <a:lnTo>
                  <a:pt x="340659" y="720080"/>
                </a:lnTo>
                <a:lnTo>
                  <a:pt x="332082" y="712234"/>
                </a:lnTo>
                <a:lnTo>
                  <a:pt x="265358" y="717044"/>
                </a:lnTo>
                <a:cubicBezTo>
                  <a:pt x="170821" y="714853"/>
                  <a:pt x="93080" y="684305"/>
                  <a:pt x="46012" y="623220"/>
                </a:cubicBezTo>
                <a:cubicBezTo>
                  <a:pt x="14633" y="582497"/>
                  <a:pt x="-145" y="532051"/>
                  <a:pt x="2" y="475694"/>
                </a:cubicBezTo>
                <a:lnTo>
                  <a:pt x="7633" y="415438"/>
                </a:lnTo>
                <a:lnTo>
                  <a:pt x="6215" y="414140"/>
                </a:lnTo>
                <a:close/>
              </a:path>
            </a:pathLst>
          </a:custGeom>
          <a:solidFill>
            <a:srgbClr val="003C3C"/>
          </a:solidFill>
          <a:ln w="25400">
            <a:solidFill>
              <a:schemeClr val="bg1"/>
            </a:solidFill>
          </a:ln>
        </p:spPr>
        <p:txBody>
          <a:bodyPr wrap="square" lIns="0" tIns="0" rIns="0" bIns="0" anchor="ctr" anchorCtr="1">
            <a:noAutofit/>
          </a:bodyPr>
          <a:lstStyle>
            <a:lvl1pPr marL="0" indent="0" algn="l">
              <a:lnSpc>
                <a:spcPts val="1500"/>
              </a:lnSpc>
              <a:spcAft>
                <a:spcPts val="0"/>
              </a:spcAft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4920436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+ 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7FEA724-02FB-1813-FD1B-E83794812073}"/>
              </a:ext>
            </a:extLst>
          </p:cNvPr>
          <p:cNvSpPr/>
          <p:nvPr userDrawn="1"/>
        </p:nvSpPr>
        <p:spPr bwMode="gray">
          <a:xfrm>
            <a:off x="0" y="4615662"/>
            <a:ext cx="9144000" cy="432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A2BBD81-15BC-4427-11B2-3FB10B4E878E}"/>
              </a:ext>
            </a:extLst>
          </p:cNvPr>
          <p:cNvSpPr>
            <a:spLocks noGrp="1"/>
          </p:cNvSpPr>
          <p:nvPr>
            <p:ph idx="1"/>
          </p:nvPr>
        </p:nvSpPr>
        <p:spPr bwMode="gray">
          <a:xfrm>
            <a:off x="6246482" y="1383506"/>
            <a:ext cx="2376024" cy="3232157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sz="1200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sz="1200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12" name="Bildplatzhalter 8">
            <a:extLst>
              <a:ext uri="{FF2B5EF4-FFF2-40B4-BE49-F238E27FC236}">
                <a16:creationId xmlns:a16="http://schemas.microsoft.com/office/drawing/2014/main" id="{253925E0-128E-309A-6B61-5D42AF7236B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 bwMode="gray">
          <a:xfrm>
            <a:off x="0" y="1383506"/>
            <a:ext cx="3294000" cy="3232157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3" name="Inhaltsplatzhalter 2">
            <a:extLst>
              <a:ext uri="{FF2B5EF4-FFF2-40B4-BE49-F238E27FC236}">
                <a16:creationId xmlns:a16="http://schemas.microsoft.com/office/drawing/2014/main" id="{B3315C79-B72E-E00B-C6FA-B1C02902DEB7}"/>
              </a:ext>
            </a:extLst>
          </p:cNvPr>
          <p:cNvSpPr>
            <a:spLocks noGrp="1"/>
          </p:cNvSpPr>
          <p:nvPr>
            <p:ph idx="38"/>
          </p:nvPr>
        </p:nvSpPr>
        <p:spPr bwMode="gray">
          <a:xfrm>
            <a:off x="3555242" y="1383506"/>
            <a:ext cx="2430000" cy="3232157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  <a:lvl6pPr>
              <a:defRPr lang="de-DE" sz="1200" dirty="0"/>
            </a:lvl6pPr>
            <a:lvl7pPr>
              <a:defRPr lang="de-DE" dirty="0"/>
            </a:lvl7pPr>
            <a:lvl8pPr>
              <a:defRPr lang="de-DE" dirty="0"/>
            </a:lvl8pPr>
            <a:lvl9pPr>
              <a:defRPr lang="de-DE" sz="1200" dirty="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7" name="Textplatzhalter 2">
            <a:extLst>
              <a:ext uri="{FF2B5EF4-FFF2-40B4-BE49-F238E27FC236}">
                <a16:creationId xmlns:a16="http://schemas.microsoft.com/office/drawing/2014/main" id="{56F506E2-A878-3D26-E4F0-91C3B7E003DB}"/>
              </a:ext>
            </a:extLst>
          </p:cNvPr>
          <p:cNvSpPr>
            <a:spLocks noGrp="1"/>
          </p:cNvSpPr>
          <p:nvPr>
            <p:ph type="body" idx="39"/>
          </p:nvPr>
        </p:nvSpPr>
        <p:spPr bwMode="gray">
          <a:xfrm>
            <a:off x="540000" y="4696662"/>
            <a:ext cx="5436156" cy="270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de-DE" sz="1500" b="1" cap="none" spc="45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8" name="Textplatzhalter 2">
            <a:extLst>
              <a:ext uri="{FF2B5EF4-FFF2-40B4-BE49-F238E27FC236}">
                <a16:creationId xmlns:a16="http://schemas.microsoft.com/office/drawing/2014/main" id="{0E50DD55-DC19-8920-EDB9-9A55BFE074CC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 bwMode="gray">
          <a:xfrm>
            <a:off x="6261258" y="4696662"/>
            <a:ext cx="2376024" cy="270000"/>
          </a:xfrm>
        </p:spPr>
        <p:txBody>
          <a:bodyPr vert="horz" lIns="0" tIns="0" rIns="0" bIns="0" rtlCol="0" anchor="ctr">
            <a:noAutofit/>
          </a:bodyPr>
          <a:lstStyle>
            <a:lvl1pPr>
              <a:defRPr lang="de-DE" sz="1500" b="1" cap="none" spc="45" baseline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bearbeiten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469A7D64-88D5-BEE5-44D0-21A10C1A6E36}"/>
              </a:ext>
            </a:extLst>
          </p:cNvPr>
          <p:cNvSpPr/>
          <p:nvPr userDrawn="1"/>
        </p:nvSpPr>
        <p:spPr bwMode="gray">
          <a:xfrm>
            <a:off x="0" y="5084100"/>
            <a:ext cx="9144000" cy="59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014B1F6D-689A-1AFF-63DD-93083009FDD0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3279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Bildplatzhalter 8">
            <a:extLst>
              <a:ext uri="{FF2B5EF4-FFF2-40B4-BE49-F238E27FC236}">
                <a16:creationId xmlns:a16="http://schemas.microsoft.com/office/drawing/2014/main" id="{BB9E9ADA-BC90-AC0F-D8AF-CE1A2CDAAE3D}"/>
              </a:ext>
            </a:extLst>
          </p:cNvPr>
          <p:cNvSpPr>
            <a:spLocks noGrp="1" noChangeAspect="1"/>
          </p:cNvSpPr>
          <p:nvPr>
            <p:ph type="pic" sz="quarter" idx="37"/>
          </p:nvPr>
        </p:nvSpPr>
        <p:spPr bwMode="gray">
          <a:xfrm>
            <a:off x="521494" y="1167594"/>
            <a:ext cx="1242000" cy="124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1FADD1-A278-8537-AC91-8D93EBCB6A58}"/>
              </a:ext>
            </a:extLst>
          </p:cNvPr>
          <p:cNvSpPr>
            <a:spLocks noGrp="1"/>
          </p:cNvSpPr>
          <p:nvPr>
            <p:ph type="dt" sz="half" idx="50"/>
          </p:nvPr>
        </p:nvSpPr>
        <p:spPr bwMode="gray"/>
        <p:txBody>
          <a:bodyPr/>
          <a:lstStyle/>
          <a:p>
            <a:fld id="{F3B6B67D-40EC-694E-862A-D3FCE687AC98}" type="datetime1">
              <a:rPr lang="en-US" smtClean="0"/>
              <a:t>8/29/2026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C28C24E-DABA-4A08-9F11-3FAD56F6DF02}"/>
              </a:ext>
            </a:extLst>
          </p:cNvPr>
          <p:cNvSpPr>
            <a:spLocks noGrp="1"/>
          </p:cNvSpPr>
          <p:nvPr>
            <p:ph type="ftr" sz="quarter" idx="51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2144F1D6-9F06-9A6D-8EF9-58C75ED52112}"/>
              </a:ext>
            </a:extLst>
          </p:cNvPr>
          <p:cNvSpPr>
            <a:spLocks noGrp="1"/>
          </p:cNvSpPr>
          <p:nvPr>
            <p:ph type="sldNum" sz="quarter" idx="52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1F9F7E8-C43C-A32B-E5F6-3DA38CB9ECC5}"/>
              </a:ext>
            </a:extLst>
          </p:cNvPr>
          <p:cNvSpPr/>
          <p:nvPr userDrawn="1"/>
        </p:nvSpPr>
        <p:spPr bwMode="gray">
          <a:xfrm>
            <a:off x="0" y="5084100"/>
            <a:ext cx="9144000" cy="594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l"/>
            <a:endParaRPr lang="de-DE" sz="1500">
              <a:solidFill>
                <a:schemeClr val="tx1"/>
              </a:solidFill>
            </a:endParaRPr>
          </a:p>
        </p:txBody>
      </p:sp>
      <p:sp>
        <p:nvSpPr>
          <p:cNvPr id="14" name="Titel 13">
            <a:extLst>
              <a:ext uri="{FF2B5EF4-FFF2-40B4-BE49-F238E27FC236}">
                <a16:creationId xmlns:a16="http://schemas.microsoft.com/office/drawing/2014/main" id="{4DF64EEE-7DEB-2152-32CF-B4F656E1D81E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1494" y="358197"/>
            <a:ext cx="7308506" cy="2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16" name="Textplatzhalter 15">
            <a:extLst>
              <a:ext uri="{FF2B5EF4-FFF2-40B4-BE49-F238E27FC236}">
                <a16:creationId xmlns:a16="http://schemas.microsoft.com/office/drawing/2014/main" id="{EFEEF436-EBF6-9FE9-7528-ACFC4F28D0D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 bwMode="gray">
          <a:xfrm>
            <a:off x="521494" y="2447431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Textplatzhalter 15">
            <a:extLst>
              <a:ext uri="{FF2B5EF4-FFF2-40B4-BE49-F238E27FC236}">
                <a16:creationId xmlns:a16="http://schemas.microsoft.com/office/drawing/2014/main" id="{364A8F27-FD7A-29BC-518F-1069F1702C45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 bwMode="gray">
          <a:xfrm>
            <a:off x="521494" y="2617669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8" name="Bildplatzhalter 8">
            <a:extLst>
              <a:ext uri="{FF2B5EF4-FFF2-40B4-BE49-F238E27FC236}">
                <a16:creationId xmlns:a16="http://schemas.microsoft.com/office/drawing/2014/main" id="{C99060B6-1B56-E5E8-8838-78880D80F353}"/>
              </a:ext>
            </a:extLst>
          </p:cNvPr>
          <p:cNvSpPr>
            <a:spLocks noGrp="1" noChangeAspect="1"/>
          </p:cNvSpPr>
          <p:nvPr>
            <p:ph type="pic" sz="quarter" idx="55"/>
          </p:nvPr>
        </p:nvSpPr>
        <p:spPr bwMode="gray">
          <a:xfrm>
            <a:off x="7380506" y="1167594"/>
            <a:ext cx="1242000" cy="124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20" name="Textplatzhalter 15">
            <a:extLst>
              <a:ext uri="{FF2B5EF4-FFF2-40B4-BE49-F238E27FC236}">
                <a16:creationId xmlns:a16="http://schemas.microsoft.com/office/drawing/2014/main" id="{426871C6-6EA6-2AF5-145E-37E82029D0C7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 bwMode="gray">
          <a:xfrm>
            <a:off x="7380506" y="2447431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platzhalter 15">
            <a:extLst>
              <a:ext uri="{FF2B5EF4-FFF2-40B4-BE49-F238E27FC236}">
                <a16:creationId xmlns:a16="http://schemas.microsoft.com/office/drawing/2014/main" id="{AD37E5E0-A5AC-F41B-31C2-00AD8C49652C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 bwMode="gray">
          <a:xfrm>
            <a:off x="7380506" y="2617669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Bildplatzhalter 8">
            <a:extLst>
              <a:ext uri="{FF2B5EF4-FFF2-40B4-BE49-F238E27FC236}">
                <a16:creationId xmlns:a16="http://schemas.microsoft.com/office/drawing/2014/main" id="{F7DBAD05-F5A2-5599-7BDE-23B8B0A43B34}"/>
              </a:ext>
            </a:extLst>
          </p:cNvPr>
          <p:cNvSpPr>
            <a:spLocks noGrp="1" noChangeAspect="1"/>
          </p:cNvSpPr>
          <p:nvPr>
            <p:ph type="pic" sz="quarter" idx="58"/>
          </p:nvPr>
        </p:nvSpPr>
        <p:spPr bwMode="gray">
          <a:xfrm>
            <a:off x="5665753" y="1167594"/>
            <a:ext cx="1242000" cy="124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23" name="Textplatzhalter 15">
            <a:extLst>
              <a:ext uri="{FF2B5EF4-FFF2-40B4-BE49-F238E27FC236}">
                <a16:creationId xmlns:a16="http://schemas.microsoft.com/office/drawing/2014/main" id="{B69AE650-0FF3-B23A-3CD9-564A7CC123E5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 bwMode="gray">
          <a:xfrm>
            <a:off x="5665753" y="2447431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platzhalter 15">
            <a:extLst>
              <a:ext uri="{FF2B5EF4-FFF2-40B4-BE49-F238E27FC236}">
                <a16:creationId xmlns:a16="http://schemas.microsoft.com/office/drawing/2014/main" id="{FCFE835B-7D96-8EAC-E3F5-40335EDEF0B7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 bwMode="gray">
          <a:xfrm>
            <a:off x="5665753" y="2617669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Bildplatzhalter 8">
            <a:extLst>
              <a:ext uri="{FF2B5EF4-FFF2-40B4-BE49-F238E27FC236}">
                <a16:creationId xmlns:a16="http://schemas.microsoft.com/office/drawing/2014/main" id="{05EF63E0-C9EB-A9F7-11CA-C174F0594DCA}"/>
              </a:ext>
            </a:extLst>
          </p:cNvPr>
          <p:cNvSpPr>
            <a:spLocks noGrp="1" noChangeAspect="1"/>
          </p:cNvSpPr>
          <p:nvPr>
            <p:ph type="pic" sz="quarter" idx="61"/>
          </p:nvPr>
        </p:nvSpPr>
        <p:spPr bwMode="gray">
          <a:xfrm>
            <a:off x="3951000" y="1167594"/>
            <a:ext cx="1242000" cy="124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26" name="Textplatzhalter 15">
            <a:extLst>
              <a:ext uri="{FF2B5EF4-FFF2-40B4-BE49-F238E27FC236}">
                <a16:creationId xmlns:a16="http://schemas.microsoft.com/office/drawing/2014/main" id="{A5756C37-3FBD-AF06-9A41-109E515C5F8A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 bwMode="gray">
          <a:xfrm>
            <a:off x="3951000" y="2447431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platzhalter 15">
            <a:extLst>
              <a:ext uri="{FF2B5EF4-FFF2-40B4-BE49-F238E27FC236}">
                <a16:creationId xmlns:a16="http://schemas.microsoft.com/office/drawing/2014/main" id="{EEF6CF88-FC7F-3332-16E3-D5623FF0340C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 bwMode="gray">
          <a:xfrm>
            <a:off x="3951000" y="2617669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Bildplatzhalter 8">
            <a:extLst>
              <a:ext uri="{FF2B5EF4-FFF2-40B4-BE49-F238E27FC236}">
                <a16:creationId xmlns:a16="http://schemas.microsoft.com/office/drawing/2014/main" id="{7FCB7D70-9F5A-184C-9577-442157B22F62}"/>
              </a:ext>
            </a:extLst>
          </p:cNvPr>
          <p:cNvSpPr>
            <a:spLocks noGrp="1" noChangeAspect="1"/>
          </p:cNvSpPr>
          <p:nvPr>
            <p:ph type="pic" sz="quarter" idx="64"/>
          </p:nvPr>
        </p:nvSpPr>
        <p:spPr bwMode="gray">
          <a:xfrm>
            <a:off x="2236247" y="1167594"/>
            <a:ext cx="1242000" cy="124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29" name="Textplatzhalter 15">
            <a:extLst>
              <a:ext uri="{FF2B5EF4-FFF2-40B4-BE49-F238E27FC236}">
                <a16:creationId xmlns:a16="http://schemas.microsoft.com/office/drawing/2014/main" id="{4A87893F-D773-740A-3ABE-325E6DC1F88F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 bwMode="gray">
          <a:xfrm>
            <a:off x="2236247" y="2447431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0" name="Textplatzhalter 15">
            <a:extLst>
              <a:ext uri="{FF2B5EF4-FFF2-40B4-BE49-F238E27FC236}">
                <a16:creationId xmlns:a16="http://schemas.microsoft.com/office/drawing/2014/main" id="{D57C65A9-914E-41A3-D354-EABB682EEB98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 bwMode="gray">
          <a:xfrm>
            <a:off x="2236247" y="2617669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Bildplatzhalter 8">
            <a:extLst>
              <a:ext uri="{FF2B5EF4-FFF2-40B4-BE49-F238E27FC236}">
                <a16:creationId xmlns:a16="http://schemas.microsoft.com/office/drawing/2014/main" id="{7F3480E0-F1EE-3DFD-14BB-874EABE2FF4C}"/>
              </a:ext>
            </a:extLst>
          </p:cNvPr>
          <p:cNvSpPr>
            <a:spLocks noGrp="1" noChangeAspect="1"/>
          </p:cNvSpPr>
          <p:nvPr>
            <p:ph type="pic" sz="quarter" idx="67"/>
          </p:nvPr>
        </p:nvSpPr>
        <p:spPr bwMode="gray">
          <a:xfrm>
            <a:off x="521494" y="2957328"/>
            <a:ext cx="1242000" cy="124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32" name="Textplatzhalter 15">
            <a:extLst>
              <a:ext uri="{FF2B5EF4-FFF2-40B4-BE49-F238E27FC236}">
                <a16:creationId xmlns:a16="http://schemas.microsoft.com/office/drawing/2014/main" id="{215DB442-1161-1DA4-C5A1-1BC80ACD5906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 bwMode="gray">
          <a:xfrm>
            <a:off x="521494" y="4237165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Textplatzhalter 15">
            <a:extLst>
              <a:ext uri="{FF2B5EF4-FFF2-40B4-BE49-F238E27FC236}">
                <a16:creationId xmlns:a16="http://schemas.microsoft.com/office/drawing/2014/main" id="{B90F9FE2-DA80-02B3-509F-97F3CD64D416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 bwMode="gray">
          <a:xfrm>
            <a:off x="521494" y="4407403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Bildplatzhalter 8">
            <a:extLst>
              <a:ext uri="{FF2B5EF4-FFF2-40B4-BE49-F238E27FC236}">
                <a16:creationId xmlns:a16="http://schemas.microsoft.com/office/drawing/2014/main" id="{E0D5441D-467C-0816-865D-3F15011B0A84}"/>
              </a:ext>
            </a:extLst>
          </p:cNvPr>
          <p:cNvSpPr>
            <a:spLocks noGrp="1" noChangeAspect="1"/>
          </p:cNvSpPr>
          <p:nvPr>
            <p:ph type="pic" sz="quarter" idx="70"/>
          </p:nvPr>
        </p:nvSpPr>
        <p:spPr bwMode="gray">
          <a:xfrm>
            <a:off x="7380506" y="2957328"/>
            <a:ext cx="1242000" cy="124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35" name="Textplatzhalter 15">
            <a:extLst>
              <a:ext uri="{FF2B5EF4-FFF2-40B4-BE49-F238E27FC236}">
                <a16:creationId xmlns:a16="http://schemas.microsoft.com/office/drawing/2014/main" id="{5F4EEFA4-7093-7C5C-CF1C-2D710F3C1210}"/>
              </a:ext>
            </a:extLst>
          </p:cNvPr>
          <p:cNvSpPr>
            <a:spLocks noGrp="1"/>
          </p:cNvSpPr>
          <p:nvPr>
            <p:ph type="body" sz="quarter" idx="71"/>
          </p:nvPr>
        </p:nvSpPr>
        <p:spPr bwMode="gray">
          <a:xfrm>
            <a:off x="7380506" y="4237165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6" name="Textplatzhalter 15">
            <a:extLst>
              <a:ext uri="{FF2B5EF4-FFF2-40B4-BE49-F238E27FC236}">
                <a16:creationId xmlns:a16="http://schemas.microsoft.com/office/drawing/2014/main" id="{AD24FA84-C0EC-2BE6-54EC-FB346847F70E}"/>
              </a:ext>
            </a:extLst>
          </p:cNvPr>
          <p:cNvSpPr>
            <a:spLocks noGrp="1"/>
          </p:cNvSpPr>
          <p:nvPr>
            <p:ph type="body" sz="quarter" idx="72"/>
          </p:nvPr>
        </p:nvSpPr>
        <p:spPr bwMode="gray">
          <a:xfrm>
            <a:off x="7380506" y="4407403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7" name="Bildplatzhalter 8">
            <a:extLst>
              <a:ext uri="{FF2B5EF4-FFF2-40B4-BE49-F238E27FC236}">
                <a16:creationId xmlns:a16="http://schemas.microsoft.com/office/drawing/2014/main" id="{FC8C3184-4126-346A-88ED-11EE30D0E5B5}"/>
              </a:ext>
            </a:extLst>
          </p:cNvPr>
          <p:cNvSpPr>
            <a:spLocks noGrp="1" noChangeAspect="1"/>
          </p:cNvSpPr>
          <p:nvPr>
            <p:ph type="pic" sz="quarter" idx="73"/>
          </p:nvPr>
        </p:nvSpPr>
        <p:spPr bwMode="gray">
          <a:xfrm>
            <a:off x="5665753" y="2957328"/>
            <a:ext cx="1242000" cy="124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38" name="Textplatzhalter 15">
            <a:extLst>
              <a:ext uri="{FF2B5EF4-FFF2-40B4-BE49-F238E27FC236}">
                <a16:creationId xmlns:a16="http://schemas.microsoft.com/office/drawing/2014/main" id="{C6DE8CFB-2B6D-4693-5660-FC730424C090}"/>
              </a:ext>
            </a:extLst>
          </p:cNvPr>
          <p:cNvSpPr>
            <a:spLocks noGrp="1"/>
          </p:cNvSpPr>
          <p:nvPr>
            <p:ph type="body" sz="quarter" idx="74"/>
          </p:nvPr>
        </p:nvSpPr>
        <p:spPr bwMode="gray">
          <a:xfrm>
            <a:off x="5665753" y="4237165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Textplatzhalter 15">
            <a:extLst>
              <a:ext uri="{FF2B5EF4-FFF2-40B4-BE49-F238E27FC236}">
                <a16:creationId xmlns:a16="http://schemas.microsoft.com/office/drawing/2014/main" id="{07967449-D89E-8F54-CA65-B9E6296718A3}"/>
              </a:ext>
            </a:extLst>
          </p:cNvPr>
          <p:cNvSpPr>
            <a:spLocks noGrp="1"/>
          </p:cNvSpPr>
          <p:nvPr>
            <p:ph type="body" sz="quarter" idx="75"/>
          </p:nvPr>
        </p:nvSpPr>
        <p:spPr bwMode="gray">
          <a:xfrm>
            <a:off x="5665753" y="4407403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Bildplatzhalter 8">
            <a:extLst>
              <a:ext uri="{FF2B5EF4-FFF2-40B4-BE49-F238E27FC236}">
                <a16:creationId xmlns:a16="http://schemas.microsoft.com/office/drawing/2014/main" id="{B6DA3C28-423D-9C3D-9F4C-E4199B5212F9}"/>
              </a:ext>
            </a:extLst>
          </p:cNvPr>
          <p:cNvSpPr>
            <a:spLocks noGrp="1" noChangeAspect="1"/>
          </p:cNvSpPr>
          <p:nvPr>
            <p:ph type="pic" sz="quarter" idx="76"/>
          </p:nvPr>
        </p:nvSpPr>
        <p:spPr bwMode="gray">
          <a:xfrm>
            <a:off x="3951000" y="2957328"/>
            <a:ext cx="1242000" cy="124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41" name="Textplatzhalter 15">
            <a:extLst>
              <a:ext uri="{FF2B5EF4-FFF2-40B4-BE49-F238E27FC236}">
                <a16:creationId xmlns:a16="http://schemas.microsoft.com/office/drawing/2014/main" id="{4CC36D70-199F-881D-90F1-53F196ACFF21}"/>
              </a:ext>
            </a:extLst>
          </p:cNvPr>
          <p:cNvSpPr>
            <a:spLocks noGrp="1"/>
          </p:cNvSpPr>
          <p:nvPr>
            <p:ph type="body" sz="quarter" idx="77"/>
          </p:nvPr>
        </p:nvSpPr>
        <p:spPr bwMode="gray">
          <a:xfrm>
            <a:off x="3951000" y="4237165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2" name="Textplatzhalter 15">
            <a:extLst>
              <a:ext uri="{FF2B5EF4-FFF2-40B4-BE49-F238E27FC236}">
                <a16:creationId xmlns:a16="http://schemas.microsoft.com/office/drawing/2014/main" id="{2926500F-42C7-90FC-EB51-B862472FA8E9}"/>
              </a:ext>
            </a:extLst>
          </p:cNvPr>
          <p:cNvSpPr>
            <a:spLocks noGrp="1"/>
          </p:cNvSpPr>
          <p:nvPr>
            <p:ph type="body" sz="quarter" idx="78"/>
          </p:nvPr>
        </p:nvSpPr>
        <p:spPr bwMode="gray">
          <a:xfrm>
            <a:off x="3951000" y="4407403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3" name="Bildplatzhalter 8">
            <a:extLst>
              <a:ext uri="{FF2B5EF4-FFF2-40B4-BE49-F238E27FC236}">
                <a16:creationId xmlns:a16="http://schemas.microsoft.com/office/drawing/2014/main" id="{9014E52C-B2F0-51DB-C744-E68D18AA31E4}"/>
              </a:ext>
            </a:extLst>
          </p:cNvPr>
          <p:cNvSpPr>
            <a:spLocks noGrp="1" noChangeAspect="1"/>
          </p:cNvSpPr>
          <p:nvPr>
            <p:ph type="pic" sz="quarter" idx="79"/>
          </p:nvPr>
        </p:nvSpPr>
        <p:spPr bwMode="gray">
          <a:xfrm>
            <a:off x="2236247" y="2957328"/>
            <a:ext cx="1242000" cy="1242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44" name="Textplatzhalter 15">
            <a:extLst>
              <a:ext uri="{FF2B5EF4-FFF2-40B4-BE49-F238E27FC236}">
                <a16:creationId xmlns:a16="http://schemas.microsoft.com/office/drawing/2014/main" id="{D68745DE-71DA-102D-DBAA-4E4AA86AD968}"/>
              </a:ext>
            </a:extLst>
          </p:cNvPr>
          <p:cNvSpPr>
            <a:spLocks noGrp="1"/>
          </p:cNvSpPr>
          <p:nvPr>
            <p:ph type="body" sz="quarter" idx="80"/>
          </p:nvPr>
        </p:nvSpPr>
        <p:spPr bwMode="gray">
          <a:xfrm>
            <a:off x="2236247" y="4237165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j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2" name="Textplatzhalter 15">
            <a:extLst>
              <a:ext uri="{FF2B5EF4-FFF2-40B4-BE49-F238E27FC236}">
                <a16:creationId xmlns:a16="http://schemas.microsoft.com/office/drawing/2014/main" id="{DC7D39D1-1535-3B26-4561-624426B03EEF}"/>
              </a:ext>
            </a:extLst>
          </p:cNvPr>
          <p:cNvSpPr>
            <a:spLocks noGrp="1"/>
          </p:cNvSpPr>
          <p:nvPr>
            <p:ph type="body" sz="quarter" idx="81"/>
          </p:nvPr>
        </p:nvSpPr>
        <p:spPr bwMode="gray">
          <a:xfrm>
            <a:off x="2236247" y="4407403"/>
            <a:ext cx="1296000" cy="162000"/>
          </a:xfrm>
        </p:spPr>
        <p:txBody>
          <a:bodyPr/>
          <a:lstStyle>
            <a:lvl1pPr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1050">
                <a:latin typeface="+mn-lt"/>
              </a:defRPr>
            </a:lvl1pPr>
            <a:lvl2pPr>
              <a:defRPr>
                <a:latin typeface="+mj-lt"/>
              </a:defRPr>
            </a:lvl2pPr>
            <a:lvl3pPr>
              <a:defRPr>
                <a:latin typeface="+mj-lt"/>
              </a:defRPr>
            </a:lvl3pPr>
            <a:lvl4pPr>
              <a:defRPr>
                <a:latin typeface="+mj-lt"/>
              </a:defRPr>
            </a:lvl4pPr>
            <a:lvl5pPr>
              <a:defRPr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06623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gramm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4730C8E6-C12C-34F9-BB33-B1A08B0CFE36}"/>
              </a:ext>
            </a:extLst>
          </p:cNvPr>
          <p:cNvSpPr txBox="1"/>
          <p:nvPr userDrawn="1"/>
        </p:nvSpPr>
        <p:spPr>
          <a:xfrm>
            <a:off x="521494" y="2247714"/>
            <a:ext cx="8101013" cy="64807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</a:pPr>
            <a:r>
              <a:rPr kumimoji="0" lang="de-DE" sz="7200" b="0" i="0" u="none" strike="noStrike" kern="1200" cap="none" spc="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Diagramme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B14EE0A0-AAB4-961A-B889-8D24EE13B7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7960201" y="415085"/>
            <a:ext cx="688500" cy="15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638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iagrammplatzhalter 10">
            <a:extLst>
              <a:ext uri="{FF2B5EF4-FFF2-40B4-BE49-F238E27FC236}">
                <a16:creationId xmlns:a16="http://schemas.microsoft.com/office/drawing/2014/main" id="{8254BFB1-BC07-F8A0-B605-4492420C6140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 bwMode="gray">
          <a:xfrm>
            <a:off x="521494" y="1383506"/>
            <a:ext cx="8100000" cy="3185999"/>
          </a:xfrm>
        </p:spPr>
        <p:txBody>
          <a:bodyPr/>
          <a:lstStyle>
            <a:lvl1pPr>
              <a:defRPr b="0" cap="all" baseline="0">
                <a:latin typeface="+mj-lt"/>
              </a:defRPr>
            </a:lvl1pPr>
          </a:lstStyle>
          <a:p>
            <a:r>
              <a:rPr lang="en-GB"/>
              <a:t>Click icon to add chart</a:t>
            </a:r>
            <a:endParaRPr lang="de-DE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5D8A1612-BF54-991A-B540-8BDB55FA631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 bwMode="gray">
          <a:xfrm>
            <a:off x="521494" y="4623544"/>
            <a:ext cx="8101013" cy="108000"/>
          </a:xfrm>
        </p:spPr>
        <p:txBody>
          <a:bodyPr vert="horz" lIns="0" tIns="0" rIns="0" bIns="0" rtlCol="0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defRPr lang="de-DE" sz="750" b="0" cap="none" spc="0" baseline="0" dirty="0" smtClean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de-DE"/>
              <a:t>Fußzeile für Diagramm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D779266-7192-14CC-ED0C-DAEB48D0DB86}"/>
              </a:ext>
            </a:extLst>
          </p:cNvPr>
          <p:cNvSpPr>
            <a:spLocks noGrp="1"/>
          </p:cNvSpPr>
          <p:nvPr>
            <p:ph type="dt" sz="half" idx="17"/>
          </p:nvPr>
        </p:nvSpPr>
        <p:spPr bwMode="gray"/>
        <p:txBody>
          <a:bodyPr/>
          <a:lstStyle/>
          <a:p>
            <a:fld id="{263DEC72-89E2-9947-B61A-BD33F18EFC63}" type="datetime1">
              <a:rPr lang="en-US" smtClean="0"/>
              <a:t>8/29/2026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DF88EB1-FEEE-53E7-33BE-B84F0E6AECD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0D87D03-8BEF-B87C-12A9-4B0C266C17C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575127F1-5E6D-DF9D-086B-66A16FBBC91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1494" y="358197"/>
            <a:ext cx="7308506" cy="2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80114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ramm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iagrammplatzhalter 10">
            <a:extLst>
              <a:ext uri="{FF2B5EF4-FFF2-40B4-BE49-F238E27FC236}">
                <a16:creationId xmlns:a16="http://schemas.microsoft.com/office/drawing/2014/main" id="{8254BFB1-BC07-F8A0-B605-4492420C6140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 bwMode="gray">
          <a:xfrm>
            <a:off x="521494" y="1383506"/>
            <a:ext cx="4860000" cy="3186000"/>
          </a:xfrm>
        </p:spPr>
        <p:txBody>
          <a:bodyPr vert="horz" lIns="0" tIns="0" rIns="0" bIns="0" rtlCol="0">
            <a:noAutofit/>
          </a:bodyPr>
          <a:lstStyle>
            <a:lvl1pPr>
              <a:defRPr lang="de-DE" b="0" cap="all" baseline="0" dirty="0">
                <a:latin typeface="+mj-lt"/>
              </a:defRPr>
            </a:lvl1pPr>
          </a:lstStyle>
          <a:p>
            <a:pPr lvl="0"/>
            <a:r>
              <a:rPr lang="en-GB"/>
              <a:t>Click icon to add chart</a:t>
            </a:r>
            <a:endParaRPr lang="de-DE"/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21970D9B-9DFC-DC6C-170E-FD1C06E80504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652506" y="1383506"/>
            <a:ext cx="2970001" cy="3348038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3B17CB7-F7A9-60B6-7F38-6A908B60ED79}"/>
              </a:ext>
            </a:extLst>
          </p:cNvPr>
          <p:cNvSpPr>
            <a:spLocks noGrp="1"/>
          </p:cNvSpPr>
          <p:nvPr>
            <p:ph type="dt" sz="half" idx="18"/>
          </p:nvPr>
        </p:nvSpPr>
        <p:spPr bwMode="gray"/>
        <p:txBody>
          <a:bodyPr/>
          <a:lstStyle/>
          <a:p>
            <a:fld id="{5B80D1E8-71CD-7C44-9578-8249772654F6}" type="datetime1">
              <a:rPr lang="en-US" smtClean="0"/>
              <a:t>8/29/2026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39FAB425-34D4-3353-2FEC-9DD48B12DB0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BD0CC96-F467-45EE-0870-1323129C5FF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Titel 10">
            <a:extLst>
              <a:ext uri="{FF2B5EF4-FFF2-40B4-BE49-F238E27FC236}">
                <a16:creationId xmlns:a16="http://schemas.microsoft.com/office/drawing/2014/main" id="{B36115CA-DE3F-FCD2-DB1E-82EDD5197903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1494" y="358197"/>
            <a:ext cx="7308506" cy="2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14" name="Textplatzhalter 2">
            <a:extLst>
              <a:ext uri="{FF2B5EF4-FFF2-40B4-BE49-F238E27FC236}">
                <a16:creationId xmlns:a16="http://schemas.microsoft.com/office/drawing/2014/main" id="{8AD38492-2CE7-4C71-83CE-D13599B0E0DE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 bwMode="gray">
          <a:xfrm>
            <a:off x="521493" y="4623544"/>
            <a:ext cx="4860000" cy="108000"/>
          </a:xfrm>
        </p:spPr>
        <p:txBody>
          <a:bodyPr vert="horz" lIns="0" tIns="0" rIns="0" bIns="0" rtlCol="0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defRPr lang="de-DE" sz="750" b="0" cap="none" spc="0" baseline="0" dirty="0" smtClean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de-DE"/>
              <a:t>Fußzeile für Diagramm</a:t>
            </a:r>
          </a:p>
        </p:txBody>
      </p:sp>
    </p:spTree>
    <p:extLst>
      <p:ext uri="{BB962C8B-B14F-4D97-AF65-F5344CB8AC3E}">
        <p14:creationId xmlns:p14="http://schemas.microsoft.com/office/powerpoint/2010/main" val="1963058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Diagramm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iagrammplatzhalter 10">
            <a:extLst>
              <a:ext uri="{FF2B5EF4-FFF2-40B4-BE49-F238E27FC236}">
                <a16:creationId xmlns:a16="http://schemas.microsoft.com/office/drawing/2014/main" id="{8254BFB1-BC07-F8A0-B605-4492420C6140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 bwMode="gray">
          <a:xfrm>
            <a:off x="521494" y="1383506"/>
            <a:ext cx="2403000" cy="1458000"/>
          </a:xfrm>
        </p:spPr>
        <p:txBody>
          <a:bodyPr/>
          <a:lstStyle>
            <a:lvl1pPr>
              <a:defRPr cap="all" baseline="0">
                <a:latin typeface="+mj-lt"/>
              </a:defRPr>
            </a:lvl1pPr>
          </a:lstStyle>
          <a:p>
            <a:r>
              <a:rPr lang="en-GB"/>
              <a:t>Click icon to add chart</a:t>
            </a:r>
            <a:endParaRPr lang="de-DE"/>
          </a:p>
        </p:txBody>
      </p:sp>
      <p:sp>
        <p:nvSpPr>
          <p:cNvPr id="14" name="Diagrammplatzhalter 10">
            <a:extLst>
              <a:ext uri="{FF2B5EF4-FFF2-40B4-BE49-F238E27FC236}">
                <a16:creationId xmlns:a16="http://schemas.microsoft.com/office/drawing/2014/main" id="{B3FE0C63-0B82-5F40-58C6-9FB46DBFE967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 bwMode="gray">
          <a:xfrm>
            <a:off x="4681800" y="1383506"/>
            <a:ext cx="2403000" cy="1458000"/>
          </a:xfrm>
        </p:spPr>
        <p:txBody>
          <a:bodyPr/>
          <a:lstStyle>
            <a:lvl1pPr>
              <a:defRPr cap="all" baseline="0">
                <a:latin typeface="+mj-lt"/>
              </a:defRPr>
            </a:lvl1pPr>
          </a:lstStyle>
          <a:p>
            <a:r>
              <a:rPr lang="en-GB"/>
              <a:t>Click icon to add chart</a:t>
            </a:r>
            <a:endParaRPr lang="de-DE"/>
          </a:p>
        </p:txBody>
      </p:sp>
      <p:sp>
        <p:nvSpPr>
          <p:cNvPr id="15" name="Diagrammplatzhalter 10">
            <a:extLst>
              <a:ext uri="{FF2B5EF4-FFF2-40B4-BE49-F238E27FC236}">
                <a16:creationId xmlns:a16="http://schemas.microsoft.com/office/drawing/2014/main" id="{E15AC574-A6B4-4CA9-B63D-E526B41C53D8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 bwMode="gray">
          <a:xfrm>
            <a:off x="521494" y="3113100"/>
            <a:ext cx="2403000" cy="1458000"/>
          </a:xfrm>
        </p:spPr>
        <p:txBody>
          <a:bodyPr/>
          <a:lstStyle>
            <a:lvl1pPr>
              <a:defRPr cap="all" baseline="0">
                <a:latin typeface="+mj-lt"/>
              </a:defRPr>
            </a:lvl1pPr>
          </a:lstStyle>
          <a:p>
            <a:r>
              <a:rPr lang="en-GB"/>
              <a:t>Click icon to add chart</a:t>
            </a:r>
            <a:endParaRPr lang="de-DE"/>
          </a:p>
        </p:txBody>
      </p:sp>
      <p:sp>
        <p:nvSpPr>
          <p:cNvPr id="17" name="Diagrammplatzhalter 10">
            <a:extLst>
              <a:ext uri="{FF2B5EF4-FFF2-40B4-BE49-F238E27FC236}">
                <a16:creationId xmlns:a16="http://schemas.microsoft.com/office/drawing/2014/main" id="{CD4D94B7-C583-1B70-372B-00B8240A66B2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 bwMode="gray">
          <a:xfrm>
            <a:off x="4680507" y="3113100"/>
            <a:ext cx="2403000" cy="1458000"/>
          </a:xfrm>
        </p:spPr>
        <p:txBody>
          <a:bodyPr/>
          <a:lstStyle>
            <a:lvl1pPr>
              <a:defRPr cap="all" baseline="0">
                <a:latin typeface="+mj-lt"/>
              </a:defRPr>
            </a:lvl1pPr>
          </a:lstStyle>
          <a:p>
            <a:r>
              <a:rPr lang="en-GB"/>
              <a:t>Click icon to add chart</a:t>
            </a:r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D90FCFD-4354-F445-2708-4B7F34AA686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 bwMode="gray">
          <a:xfrm>
            <a:off x="3005100" y="1383506"/>
            <a:ext cx="1458000" cy="14580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ts val="1200"/>
              </a:lnSpc>
              <a:defRPr lang="de-DE" dirty="0"/>
            </a:lvl1pPr>
            <a:lvl2pPr>
              <a:lnSpc>
                <a:spcPts val="1200"/>
              </a:lnSpc>
              <a:spcBef>
                <a:spcPts val="150"/>
              </a:spcBef>
              <a:spcAft>
                <a:spcPts val="150"/>
              </a:spcAft>
              <a:defRPr lang="de-DE" dirty="0"/>
            </a:lvl2pPr>
            <a:lvl3pPr>
              <a:lnSpc>
                <a:spcPts val="1200"/>
              </a:lnSpc>
              <a:spcBef>
                <a:spcPts val="150"/>
              </a:spcBef>
              <a:spcAft>
                <a:spcPts val="150"/>
              </a:spcAft>
              <a:defRPr lang="de-DE" dirty="0"/>
            </a:lvl3pPr>
            <a:lvl4pPr>
              <a:lnSpc>
                <a:spcPts val="1200"/>
              </a:lnSpc>
              <a:spcBef>
                <a:spcPts val="150"/>
              </a:spcBef>
              <a:spcAft>
                <a:spcPts val="150"/>
              </a:spcAft>
              <a:defRPr lang="de-DE" dirty="0"/>
            </a:lvl4pPr>
            <a:lvl5pPr>
              <a:lnSpc>
                <a:spcPts val="1200"/>
              </a:lnSpc>
              <a:spcBef>
                <a:spcPts val="150"/>
              </a:spcBef>
              <a:spcAft>
                <a:spcPts val="150"/>
              </a:spcAft>
              <a:defRPr lang="de-DE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8DFCC9B3-3D35-7466-54AF-9FA799FB4D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>
            <a:off x="7164507" y="1383506"/>
            <a:ext cx="1458000" cy="14580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ts val="1200"/>
              </a:lnSpc>
              <a:defRPr lang="de-DE" dirty="0"/>
            </a:lvl1pPr>
            <a:lvl2pPr>
              <a:lnSpc>
                <a:spcPts val="1200"/>
              </a:lnSpc>
              <a:spcBef>
                <a:spcPts val="150"/>
              </a:spcBef>
              <a:spcAft>
                <a:spcPts val="150"/>
              </a:spcAft>
              <a:defRPr lang="de-DE" dirty="0"/>
            </a:lvl2pPr>
            <a:lvl3pPr>
              <a:lnSpc>
                <a:spcPts val="1200"/>
              </a:lnSpc>
              <a:spcBef>
                <a:spcPts val="150"/>
              </a:spcBef>
              <a:spcAft>
                <a:spcPts val="150"/>
              </a:spcAft>
              <a:defRPr lang="de-DE" dirty="0"/>
            </a:lvl3pPr>
            <a:lvl4pPr>
              <a:lnSpc>
                <a:spcPts val="1200"/>
              </a:lnSpc>
              <a:spcBef>
                <a:spcPts val="150"/>
              </a:spcBef>
              <a:spcAft>
                <a:spcPts val="150"/>
              </a:spcAft>
              <a:defRPr lang="de-DE" dirty="0"/>
            </a:lvl4pPr>
            <a:lvl5pPr>
              <a:lnSpc>
                <a:spcPts val="1200"/>
              </a:lnSpc>
              <a:spcBef>
                <a:spcPts val="150"/>
              </a:spcBef>
              <a:spcAft>
                <a:spcPts val="150"/>
              </a:spcAft>
              <a:defRPr lang="de-DE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18" name="Textplatzhalter 9">
            <a:extLst>
              <a:ext uri="{FF2B5EF4-FFF2-40B4-BE49-F238E27FC236}">
                <a16:creationId xmlns:a16="http://schemas.microsoft.com/office/drawing/2014/main" id="{F95E11EC-1B03-AED0-1EAC-4A92D7E77A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 bwMode="gray">
          <a:xfrm>
            <a:off x="3005100" y="3113100"/>
            <a:ext cx="1458000" cy="14580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ts val="1200"/>
              </a:lnSpc>
              <a:defRPr lang="de-DE" dirty="0"/>
            </a:lvl1pPr>
            <a:lvl2pPr>
              <a:lnSpc>
                <a:spcPts val="1200"/>
              </a:lnSpc>
              <a:spcBef>
                <a:spcPts val="150"/>
              </a:spcBef>
              <a:spcAft>
                <a:spcPts val="150"/>
              </a:spcAft>
              <a:defRPr lang="de-DE" dirty="0"/>
            </a:lvl2pPr>
            <a:lvl3pPr>
              <a:lnSpc>
                <a:spcPts val="1200"/>
              </a:lnSpc>
              <a:spcBef>
                <a:spcPts val="150"/>
              </a:spcBef>
              <a:spcAft>
                <a:spcPts val="150"/>
              </a:spcAft>
              <a:defRPr lang="de-DE" dirty="0"/>
            </a:lvl3pPr>
            <a:lvl4pPr>
              <a:lnSpc>
                <a:spcPts val="1200"/>
              </a:lnSpc>
              <a:spcBef>
                <a:spcPts val="150"/>
              </a:spcBef>
              <a:spcAft>
                <a:spcPts val="150"/>
              </a:spcAft>
              <a:defRPr lang="de-DE" dirty="0"/>
            </a:lvl4pPr>
            <a:lvl5pPr>
              <a:lnSpc>
                <a:spcPts val="1200"/>
              </a:lnSpc>
              <a:spcBef>
                <a:spcPts val="150"/>
              </a:spcBef>
              <a:spcAft>
                <a:spcPts val="150"/>
              </a:spcAft>
              <a:defRPr lang="de-DE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19" name="Textplatzhalter 9">
            <a:extLst>
              <a:ext uri="{FF2B5EF4-FFF2-40B4-BE49-F238E27FC236}">
                <a16:creationId xmlns:a16="http://schemas.microsoft.com/office/drawing/2014/main" id="{C2FA1A53-F8C1-3167-C7E2-2A5A2E3696D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 bwMode="gray">
          <a:xfrm>
            <a:off x="7164507" y="3113100"/>
            <a:ext cx="1458000" cy="1458000"/>
          </a:xfrm>
        </p:spPr>
        <p:txBody>
          <a:bodyPr vert="horz" lIns="0" tIns="0" rIns="0" bIns="0" rtlCol="0">
            <a:noAutofit/>
          </a:bodyPr>
          <a:lstStyle>
            <a:lvl1pPr>
              <a:lnSpc>
                <a:spcPts val="1200"/>
              </a:lnSpc>
              <a:defRPr lang="de-DE" dirty="0"/>
            </a:lvl1pPr>
            <a:lvl2pPr>
              <a:lnSpc>
                <a:spcPts val="1200"/>
              </a:lnSpc>
              <a:spcBef>
                <a:spcPts val="150"/>
              </a:spcBef>
              <a:spcAft>
                <a:spcPts val="150"/>
              </a:spcAft>
              <a:defRPr lang="de-DE" dirty="0"/>
            </a:lvl2pPr>
            <a:lvl3pPr>
              <a:lnSpc>
                <a:spcPts val="1200"/>
              </a:lnSpc>
              <a:spcBef>
                <a:spcPts val="150"/>
              </a:spcBef>
              <a:spcAft>
                <a:spcPts val="150"/>
              </a:spcAft>
              <a:defRPr lang="de-DE" dirty="0"/>
            </a:lvl3pPr>
            <a:lvl4pPr>
              <a:lnSpc>
                <a:spcPts val="1200"/>
              </a:lnSpc>
              <a:spcBef>
                <a:spcPts val="150"/>
              </a:spcBef>
              <a:spcAft>
                <a:spcPts val="150"/>
              </a:spcAft>
              <a:defRPr lang="de-DE" dirty="0"/>
            </a:lvl4pPr>
            <a:lvl5pPr>
              <a:lnSpc>
                <a:spcPts val="1200"/>
              </a:lnSpc>
              <a:spcBef>
                <a:spcPts val="150"/>
              </a:spcBef>
              <a:spcAft>
                <a:spcPts val="150"/>
              </a:spcAft>
              <a:defRPr lang="de-DE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DC25350-4CD2-C6C9-A464-404B74B59C86}"/>
              </a:ext>
            </a:extLst>
          </p:cNvPr>
          <p:cNvSpPr>
            <a:spLocks noGrp="1"/>
          </p:cNvSpPr>
          <p:nvPr>
            <p:ph type="dt" sz="half" idx="26"/>
          </p:nvPr>
        </p:nvSpPr>
        <p:spPr bwMode="gray"/>
        <p:txBody>
          <a:bodyPr/>
          <a:lstStyle/>
          <a:p>
            <a:fld id="{C02BE593-4405-1C4C-B02F-C3A77663914C}" type="datetime1">
              <a:rPr lang="en-US" smtClean="0"/>
              <a:t>8/29/2026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DCC36C6A-AA29-C4DA-7E9F-A7C6D68CADE5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 bwMode="gray">
          <a:xfrm>
            <a:off x="3222507" y="4873500"/>
            <a:ext cx="5400000" cy="135000"/>
          </a:xfrm>
        </p:spPr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A26CE5AA-2B73-98C5-56F5-DB047244F3C2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0" name="Titel 19">
            <a:extLst>
              <a:ext uri="{FF2B5EF4-FFF2-40B4-BE49-F238E27FC236}">
                <a16:creationId xmlns:a16="http://schemas.microsoft.com/office/drawing/2014/main" id="{FFE036F1-EA82-09D8-176C-E22B185FB4E1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1494" y="358197"/>
            <a:ext cx="7308506" cy="2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21" name="Textplatzhalter 2">
            <a:extLst>
              <a:ext uri="{FF2B5EF4-FFF2-40B4-BE49-F238E27FC236}">
                <a16:creationId xmlns:a16="http://schemas.microsoft.com/office/drawing/2014/main" id="{3EF4C868-4D1E-3193-8EDA-73B2F3FAE986}"/>
              </a:ext>
            </a:extLst>
          </p:cNvPr>
          <p:cNvSpPr>
            <a:spLocks noGrp="1"/>
          </p:cNvSpPr>
          <p:nvPr>
            <p:ph type="body" idx="29" hasCustomPrompt="1"/>
          </p:nvPr>
        </p:nvSpPr>
        <p:spPr bwMode="gray">
          <a:xfrm>
            <a:off x="521493" y="4623544"/>
            <a:ext cx="3942000" cy="108000"/>
          </a:xfrm>
        </p:spPr>
        <p:txBody>
          <a:bodyPr vert="horz" lIns="0" tIns="0" rIns="0" bIns="0" rtlCol="0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defRPr lang="de-DE" sz="750" b="0" cap="none" spc="0" baseline="0" dirty="0" smtClean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de-DE"/>
              <a:t>Fußzeile für Diagramm</a:t>
            </a:r>
          </a:p>
        </p:txBody>
      </p:sp>
      <p:sp>
        <p:nvSpPr>
          <p:cNvPr id="23" name="Textplatzhalter 2">
            <a:extLst>
              <a:ext uri="{FF2B5EF4-FFF2-40B4-BE49-F238E27FC236}">
                <a16:creationId xmlns:a16="http://schemas.microsoft.com/office/drawing/2014/main" id="{488C9335-E191-5B58-7B2B-99221C564A45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 bwMode="gray">
          <a:xfrm>
            <a:off x="4680507" y="4623544"/>
            <a:ext cx="3942000" cy="108000"/>
          </a:xfrm>
        </p:spPr>
        <p:txBody>
          <a:bodyPr vert="horz" lIns="0" tIns="0" rIns="0" bIns="0" rtlCol="0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defRPr lang="de-DE" sz="750" b="0" cap="none" spc="0" baseline="0" dirty="0" smtClean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de-DE"/>
              <a:t>Fußzeile für Diagramm</a:t>
            </a:r>
          </a:p>
        </p:txBody>
      </p:sp>
      <p:sp>
        <p:nvSpPr>
          <p:cNvPr id="24" name="Textplatzhalter 2">
            <a:extLst>
              <a:ext uri="{FF2B5EF4-FFF2-40B4-BE49-F238E27FC236}">
                <a16:creationId xmlns:a16="http://schemas.microsoft.com/office/drawing/2014/main" id="{86B33EDE-042A-8605-8C69-1C1158586B76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 bwMode="gray">
          <a:xfrm>
            <a:off x="521493" y="2899800"/>
            <a:ext cx="3942000" cy="108000"/>
          </a:xfrm>
        </p:spPr>
        <p:txBody>
          <a:bodyPr vert="horz" lIns="0" tIns="0" rIns="0" bIns="0" rtlCol="0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defRPr lang="de-DE" sz="750" b="0" cap="none" spc="0" baseline="0" dirty="0" smtClean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de-DE"/>
              <a:t>Fußzeile für Diagramm</a:t>
            </a:r>
          </a:p>
        </p:txBody>
      </p:sp>
      <p:sp>
        <p:nvSpPr>
          <p:cNvPr id="25" name="Textplatzhalter 2">
            <a:extLst>
              <a:ext uri="{FF2B5EF4-FFF2-40B4-BE49-F238E27FC236}">
                <a16:creationId xmlns:a16="http://schemas.microsoft.com/office/drawing/2014/main" id="{F6EB73CD-3CBD-A0B9-3A13-55A412AA93DD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 bwMode="gray">
          <a:xfrm>
            <a:off x="4680507" y="2899800"/>
            <a:ext cx="3942000" cy="108000"/>
          </a:xfrm>
        </p:spPr>
        <p:txBody>
          <a:bodyPr vert="horz" lIns="0" tIns="0" rIns="0" bIns="0" rtlCol="0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defRPr lang="de-DE" sz="750" b="0" cap="none" spc="0" baseline="0" dirty="0" smtClean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de-DE"/>
              <a:t>Fußzeile für Diagramm</a:t>
            </a:r>
          </a:p>
        </p:txBody>
      </p:sp>
    </p:spTree>
    <p:extLst>
      <p:ext uri="{BB962C8B-B14F-4D97-AF65-F5344CB8AC3E}">
        <p14:creationId xmlns:p14="http://schemas.microsoft.com/office/powerpoint/2010/main" val="1097361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 Diagram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Diagrammplatzhalter 10">
            <a:extLst>
              <a:ext uri="{FF2B5EF4-FFF2-40B4-BE49-F238E27FC236}">
                <a16:creationId xmlns:a16="http://schemas.microsoft.com/office/drawing/2014/main" id="{8254BFB1-BC07-F8A0-B605-4492420C6140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 bwMode="gray">
          <a:xfrm>
            <a:off x="521494" y="1396367"/>
            <a:ext cx="2511000" cy="1512000"/>
          </a:xfrm>
        </p:spPr>
        <p:txBody>
          <a:bodyPr/>
          <a:lstStyle>
            <a:lvl1pPr>
              <a:defRPr sz="1050" cap="all" baseline="0">
                <a:latin typeface="+mj-lt"/>
              </a:defRPr>
            </a:lvl1pPr>
          </a:lstStyle>
          <a:p>
            <a:r>
              <a:rPr lang="en-GB"/>
              <a:t>Click icon to add chart</a:t>
            </a:r>
            <a:endParaRPr lang="de-DE"/>
          </a:p>
        </p:txBody>
      </p:sp>
      <p:sp>
        <p:nvSpPr>
          <p:cNvPr id="13" name="Diagrammplatzhalter 10">
            <a:extLst>
              <a:ext uri="{FF2B5EF4-FFF2-40B4-BE49-F238E27FC236}">
                <a16:creationId xmlns:a16="http://schemas.microsoft.com/office/drawing/2014/main" id="{5D4BC7B8-5940-3345-437D-E95F6EDC148A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 bwMode="gray">
          <a:xfrm>
            <a:off x="3376592" y="1396367"/>
            <a:ext cx="2511000" cy="1512000"/>
          </a:xfrm>
        </p:spPr>
        <p:txBody>
          <a:bodyPr/>
          <a:lstStyle>
            <a:lvl1pPr>
              <a:defRPr sz="1050" cap="none" baseline="0">
                <a:latin typeface="+mj-lt"/>
              </a:defRPr>
            </a:lvl1pPr>
          </a:lstStyle>
          <a:p>
            <a:r>
              <a:rPr lang="en-GB" cap="none" baseline="0"/>
              <a:t>Click icon to add chart</a:t>
            </a:r>
            <a:endParaRPr lang="de-DE"/>
          </a:p>
        </p:txBody>
      </p:sp>
      <p:sp>
        <p:nvSpPr>
          <p:cNvPr id="14" name="Diagrammplatzhalter 10">
            <a:extLst>
              <a:ext uri="{FF2B5EF4-FFF2-40B4-BE49-F238E27FC236}">
                <a16:creationId xmlns:a16="http://schemas.microsoft.com/office/drawing/2014/main" id="{B3FE0C63-0B82-5F40-58C6-9FB46DBFE967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 bwMode="gray">
          <a:xfrm>
            <a:off x="6111507" y="1396367"/>
            <a:ext cx="2511000" cy="1512000"/>
          </a:xfrm>
        </p:spPr>
        <p:txBody>
          <a:bodyPr/>
          <a:lstStyle>
            <a:lvl1pPr>
              <a:defRPr sz="1050" cap="none" baseline="0">
                <a:latin typeface="+mj-lt"/>
              </a:defRPr>
            </a:lvl1pPr>
          </a:lstStyle>
          <a:p>
            <a:r>
              <a:rPr lang="en-GB" cap="none" baseline="0"/>
              <a:t>Click icon to add chart</a:t>
            </a:r>
            <a:endParaRPr lang="de-DE"/>
          </a:p>
        </p:txBody>
      </p:sp>
      <p:sp>
        <p:nvSpPr>
          <p:cNvPr id="15" name="Diagrammplatzhalter 10">
            <a:extLst>
              <a:ext uri="{FF2B5EF4-FFF2-40B4-BE49-F238E27FC236}">
                <a16:creationId xmlns:a16="http://schemas.microsoft.com/office/drawing/2014/main" id="{E15AC574-A6B4-4CA9-B63D-E526B41C53D8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 bwMode="gray">
          <a:xfrm>
            <a:off x="521494" y="3009956"/>
            <a:ext cx="2511000" cy="1512000"/>
          </a:xfrm>
        </p:spPr>
        <p:txBody>
          <a:bodyPr/>
          <a:lstStyle>
            <a:lvl1pPr>
              <a:defRPr sz="1050" cap="none" baseline="0">
                <a:latin typeface="+mj-lt"/>
              </a:defRPr>
            </a:lvl1pPr>
          </a:lstStyle>
          <a:p>
            <a:r>
              <a:rPr lang="en-GB" cap="none" baseline="0"/>
              <a:t>Click icon to add chart</a:t>
            </a:r>
            <a:endParaRPr lang="de-DE"/>
          </a:p>
        </p:txBody>
      </p:sp>
      <p:sp>
        <p:nvSpPr>
          <p:cNvPr id="16" name="Diagrammplatzhalter 10">
            <a:extLst>
              <a:ext uri="{FF2B5EF4-FFF2-40B4-BE49-F238E27FC236}">
                <a16:creationId xmlns:a16="http://schemas.microsoft.com/office/drawing/2014/main" id="{EE70CCEB-5B88-5078-B666-E179BB58F09C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 bwMode="gray">
          <a:xfrm>
            <a:off x="3376592" y="3009956"/>
            <a:ext cx="2511000" cy="1512000"/>
          </a:xfrm>
        </p:spPr>
        <p:txBody>
          <a:bodyPr/>
          <a:lstStyle>
            <a:lvl1pPr>
              <a:defRPr sz="1050" cap="none" baseline="0">
                <a:latin typeface="+mj-lt"/>
              </a:defRPr>
            </a:lvl1pPr>
          </a:lstStyle>
          <a:p>
            <a:r>
              <a:rPr lang="en-GB" cap="none" baseline="0"/>
              <a:t>Click icon to add chart</a:t>
            </a:r>
            <a:endParaRPr lang="de-DE"/>
          </a:p>
        </p:txBody>
      </p:sp>
      <p:sp>
        <p:nvSpPr>
          <p:cNvPr id="17" name="Diagrammplatzhalter 10">
            <a:extLst>
              <a:ext uri="{FF2B5EF4-FFF2-40B4-BE49-F238E27FC236}">
                <a16:creationId xmlns:a16="http://schemas.microsoft.com/office/drawing/2014/main" id="{CD4D94B7-C583-1B70-372B-00B8240A66B2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 bwMode="gray">
          <a:xfrm>
            <a:off x="6111507" y="3009956"/>
            <a:ext cx="2511000" cy="1512000"/>
          </a:xfrm>
        </p:spPr>
        <p:txBody>
          <a:bodyPr/>
          <a:lstStyle>
            <a:lvl1pPr>
              <a:defRPr sz="1050" cap="none" baseline="0">
                <a:latin typeface="+mj-lt"/>
              </a:defRPr>
            </a:lvl1pPr>
          </a:lstStyle>
          <a:p>
            <a:r>
              <a:rPr lang="en-GB" cap="none" baseline="0"/>
              <a:t>Click icon to add chart</a:t>
            </a:r>
            <a:endParaRPr lang="de-DE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29E61BB-FEAD-E9CD-7DF3-4357C00FA3C0}"/>
              </a:ext>
            </a:extLst>
          </p:cNvPr>
          <p:cNvSpPr>
            <a:spLocks noGrp="1"/>
          </p:cNvSpPr>
          <p:nvPr>
            <p:ph type="dt" sz="half" idx="22"/>
          </p:nvPr>
        </p:nvSpPr>
        <p:spPr bwMode="gray">
          <a:xfrm>
            <a:off x="521494" y="4873500"/>
            <a:ext cx="2057400" cy="135000"/>
          </a:xfrm>
        </p:spPr>
        <p:txBody>
          <a:bodyPr/>
          <a:lstStyle/>
          <a:p>
            <a:fld id="{FB823FA1-E83D-DE44-AEB8-AC3D8FBD7C7B}" type="datetime1">
              <a:rPr lang="en-US" smtClean="0"/>
              <a:t>8/29/2026</a:t>
            </a:fld>
            <a:endParaRPr lang="de-DE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B11716BA-E412-6C33-31C7-3BE6D3C7B1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 bwMode="gray">
          <a:xfrm>
            <a:off x="3222507" y="4873500"/>
            <a:ext cx="5400000" cy="135000"/>
          </a:xfrm>
        </p:spPr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8BCA71AF-13D3-DEF3-982E-DABE18A86D7A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8" name="Titel 17">
            <a:extLst>
              <a:ext uri="{FF2B5EF4-FFF2-40B4-BE49-F238E27FC236}">
                <a16:creationId xmlns:a16="http://schemas.microsoft.com/office/drawing/2014/main" id="{6023EBA1-72FB-BF63-81E7-70C351FE1EF8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19" name="Textplatzhalter 2">
            <a:extLst>
              <a:ext uri="{FF2B5EF4-FFF2-40B4-BE49-F238E27FC236}">
                <a16:creationId xmlns:a16="http://schemas.microsoft.com/office/drawing/2014/main" id="{262D9672-BC34-A917-5E06-E890BC482435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 bwMode="gray">
          <a:xfrm>
            <a:off x="521494" y="4623544"/>
            <a:ext cx="8101013" cy="108000"/>
          </a:xfrm>
        </p:spPr>
        <p:txBody>
          <a:bodyPr vert="horz" lIns="0" tIns="0" rIns="0" bIns="0" rtlCol="0" anchor="b">
            <a:noAutofit/>
          </a:bodyPr>
          <a:lstStyle>
            <a:lvl1pPr algn="l">
              <a:spcBef>
                <a:spcPts val="0"/>
              </a:spcBef>
              <a:spcAft>
                <a:spcPts val="0"/>
              </a:spcAft>
              <a:defRPr lang="de-DE" sz="750" b="0" cap="none" spc="0" baseline="0" dirty="0" smtClean="0">
                <a:solidFill>
                  <a:schemeClr val="bg2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de-DE"/>
              <a:t>Fußzeile für Diagramme</a:t>
            </a:r>
          </a:p>
        </p:txBody>
      </p:sp>
    </p:spTree>
    <p:extLst>
      <p:ext uri="{BB962C8B-B14F-4D97-AF65-F5344CB8AC3E}">
        <p14:creationId xmlns:p14="http://schemas.microsoft.com/office/powerpoint/2010/main" val="3468491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pecial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4730C8E6-C12C-34F9-BB33-B1A08B0CFE36}"/>
              </a:ext>
            </a:extLst>
          </p:cNvPr>
          <p:cNvSpPr txBox="1"/>
          <p:nvPr userDrawn="1"/>
        </p:nvSpPr>
        <p:spPr>
          <a:xfrm>
            <a:off x="521494" y="2247714"/>
            <a:ext cx="8101013" cy="64807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</a:pPr>
            <a:r>
              <a:rPr kumimoji="0" lang="de-DE" sz="7200" b="0" i="0" u="none" strike="noStrike" kern="1200" cap="none" spc="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Specials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1B9BE91-805A-0C44-403E-2862DD1CE0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7960201" y="415085"/>
            <a:ext cx="688500" cy="15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792544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ch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platzhalter 2">
            <a:extLst>
              <a:ext uri="{FF2B5EF4-FFF2-40B4-BE49-F238E27FC236}">
                <a16:creationId xmlns:a16="http://schemas.microsoft.com/office/drawing/2014/main" id="{7F5C0A34-9F06-E2AE-6E3B-6B503C9CC38F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 bwMode="gray">
          <a:xfrm>
            <a:off x="306000" y="405000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08" name="Textplatzhalter 2">
            <a:extLst>
              <a:ext uri="{FF2B5EF4-FFF2-40B4-BE49-F238E27FC236}">
                <a16:creationId xmlns:a16="http://schemas.microsoft.com/office/drawing/2014/main" id="{6E1B46D9-5F8D-5833-6459-8C39241272A8}"/>
              </a:ext>
            </a:extLst>
          </p:cNvPr>
          <p:cNvSpPr>
            <a:spLocks noGrp="1"/>
          </p:cNvSpPr>
          <p:nvPr>
            <p:ph type="body" idx="72" hasCustomPrompt="1"/>
          </p:nvPr>
        </p:nvSpPr>
        <p:spPr bwMode="gray">
          <a:xfrm>
            <a:off x="1758600" y="405000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09" name="Textplatzhalter 2">
            <a:extLst>
              <a:ext uri="{FF2B5EF4-FFF2-40B4-BE49-F238E27FC236}">
                <a16:creationId xmlns:a16="http://schemas.microsoft.com/office/drawing/2014/main" id="{00AB6026-9357-5B20-A170-240382695489}"/>
              </a:ext>
            </a:extLst>
          </p:cNvPr>
          <p:cNvSpPr>
            <a:spLocks noGrp="1"/>
          </p:cNvSpPr>
          <p:nvPr>
            <p:ph type="body" idx="73" hasCustomPrompt="1"/>
          </p:nvPr>
        </p:nvSpPr>
        <p:spPr bwMode="gray">
          <a:xfrm>
            <a:off x="3211200" y="405000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0" name="Textplatzhalter 2">
            <a:extLst>
              <a:ext uri="{FF2B5EF4-FFF2-40B4-BE49-F238E27FC236}">
                <a16:creationId xmlns:a16="http://schemas.microsoft.com/office/drawing/2014/main" id="{A2CED726-664B-4FA0-45B8-F56130868DD7}"/>
              </a:ext>
            </a:extLst>
          </p:cNvPr>
          <p:cNvSpPr>
            <a:spLocks noGrp="1"/>
          </p:cNvSpPr>
          <p:nvPr>
            <p:ph type="body" idx="74" hasCustomPrompt="1"/>
          </p:nvPr>
        </p:nvSpPr>
        <p:spPr bwMode="gray">
          <a:xfrm>
            <a:off x="4663800" y="405000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1" name="Textplatzhalter 2">
            <a:extLst>
              <a:ext uri="{FF2B5EF4-FFF2-40B4-BE49-F238E27FC236}">
                <a16:creationId xmlns:a16="http://schemas.microsoft.com/office/drawing/2014/main" id="{8F768C48-1230-DE98-EBF5-9729D84394B6}"/>
              </a:ext>
            </a:extLst>
          </p:cNvPr>
          <p:cNvSpPr>
            <a:spLocks noGrp="1"/>
          </p:cNvSpPr>
          <p:nvPr>
            <p:ph type="body" idx="75" hasCustomPrompt="1"/>
          </p:nvPr>
        </p:nvSpPr>
        <p:spPr bwMode="gray">
          <a:xfrm>
            <a:off x="6116400" y="405000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2" name="Textplatzhalter 2">
            <a:extLst>
              <a:ext uri="{FF2B5EF4-FFF2-40B4-BE49-F238E27FC236}">
                <a16:creationId xmlns:a16="http://schemas.microsoft.com/office/drawing/2014/main" id="{FBF64BED-6E42-364A-664E-0A3E94869C91}"/>
              </a:ext>
            </a:extLst>
          </p:cNvPr>
          <p:cNvSpPr>
            <a:spLocks noGrp="1"/>
          </p:cNvSpPr>
          <p:nvPr>
            <p:ph type="body" idx="76" hasCustomPrompt="1"/>
          </p:nvPr>
        </p:nvSpPr>
        <p:spPr bwMode="gray">
          <a:xfrm>
            <a:off x="7569000" y="405000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3" name="Textplatzhalter 2">
            <a:extLst>
              <a:ext uri="{FF2B5EF4-FFF2-40B4-BE49-F238E27FC236}">
                <a16:creationId xmlns:a16="http://schemas.microsoft.com/office/drawing/2014/main" id="{912D3BC5-14BC-F65C-FC3A-054DB54174B0}"/>
              </a:ext>
            </a:extLst>
          </p:cNvPr>
          <p:cNvSpPr>
            <a:spLocks noGrp="1"/>
          </p:cNvSpPr>
          <p:nvPr>
            <p:ph type="body" idx="77" hasCustomPrompt="1"/>
          </p:nvPr>
        </p:nvSpPr>
        <p:spPr bwMode="gray">
          <a:xfrm>
            <a:off x="306000" y="1944000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4" name="Textplatzhalter 2">
            <a:extLst>
              <a:ext uri="{FF2B5EF4-FFF2-40B4-BE49-F238E27FC236}">
                <a16:creationId xmlns:a16="http://schemas.microsoft.com/office/drawing/2014/main" id="{04662874-FD49-F622-C1BD-2EE6C079F974}"/>
              </a:ext>
            </a:extLst>
          </p:cNvPr>
          <p:cNvSpPr>
            <a:spLocks noGrp="1"/>
          </p:cNvSpPr>
          <p:nvPr>
            <p:ph type="body" idx="78" hasCustomPrompt="1"/>
          </p:nvPr>
        </p:nvSpPr>
        <p:spPr bwMode="gray">
          <a:xfrm>
            <a:off x="1749600" y="1944000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5" name="Textplatzhalter 2">
            <a:extLst>
              <a:ext uri="{FF2B5EF4-FFF2-40B4-BE49-F238E27FC236}">
                <a16:creationId xmlns:a16="http://schemas.microsoft.com/office/drawing/2014/main" id="{8D2A123A-EBFD-70E7-BB4B-ABAD62A401B4}"/>
              </a:ext>
            </a:extLst>
          </p:cNvPr>
          <p:cNvSpPr>
            <a:spLocks noGrp="1"/>
          </p:cNvSpPr>
          <p:nvPr>
            <p:ph type="body" idx="79" hasCustomPrompt="1"/>
          </p:nvPr>
        </p:nvSpPr>
        <p:spPr bwMode="gray">
          <a:xfrm>
            <a:off x="6107400" y="1944000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6" name="Textplatzhalter 2">
            <a:extLst>
              <a:ext uri="{FF2B5EF4-FFF2-40B4-BE49-F238E27FC236}">
                <a16:creationId xmlns:a16="http://schemas.microsoft.com/office/drawing/2014/main" id="{8AD81E1D-BA65-A5CA-98E4-196549F6974A}"/>
              </a:ext>
            </a:extLst>
          </p:cNvPr>
          <p:cNvSpPr>
            <a:spLocks noGrp="1"/>
          </p:cNvSpPr>
          <p:nvPr>
            <p:ph type="body" idx="80" hasCustomPrompt="1"/>
          </p:nvPr>
        </p:nvSpPr>
        <p:spPr bwMode="gray">
          <a:xfrm>
            <a:off x="7569000" y="1944000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7" name="Textplatzhalter 2">
            <a:extLst>
              <a:ext uri="{FF2B5EF4-FFF2-40B4-BE49-F238E27FC236}">
                <a16:creationId xmlns:a16="http://schemas.microsoft.com/office/drawing/2014/main" id="{BE084A8F-05D8-DB77-095B-F8B26B1F99EB}"/>
              </a:ext>
            </a:extLst>
          </p:cNvPr>
          <p:cNvSpPr>
            <a:spLocks noGrp="1"/>
          </p:cNvSpPr>
          <p:nvPr>
            <p:ph type="body" idx="81" hasCustomPrompt="1"/>
          </p:nvPr>
        </p:nvSpPr>
        <p:spPr bwMode="gray">
          <a:xfrm>
            <a:off x="306000" y="3461418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8" name="Textplatzhalter 2">
            <a:extLst>
              <a:ext uri="{FF2B5EF4-FFF2-40B4-BE49-F238E27FC236}">
                <a16:creationId xmlns:a16="http://schemas.microsoft.com/office/drawing/2014/main" id="{B786D8A6-0981-11CD-E14E-A170A0CD1758}"/>
              </a:ext>
            </a:extLst>
          </p:cNvPr>
          <p:cNvSpPr>
            <a:spLocks noGrp="1"/>
          </p:cNvSpPr>
          <p:nvPr>
            <p:ph type="body" idx="82" hasCustomPrompt="1"/>
          </p:nvPr>
        </p:nvSpPr>
        <p:spPr bwMode="gray">
          <a:xfrm>
            <a:off x="1749600" y="3461418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9" name="Textplatzhalter 2">
            <a:extLst>
              <a:ext uri="{FF2B5EF4-FFF2-40B4-BE49-F238E27FC236}">
                <a16:creationId xmlns:a16="http://schemas.microsoft.com/office/drawing/2014/main" id="{48ED1DF7-5F22-8848-8366-B0BEC69358EE}"/>
              </a:ext>
            </a:extLst>
          </p:cNvPr>
          <p:cNvSpPr>
            <a:spLocks noGrp="1"/>
          </p:cNvSpPr>
          <p:nvPr>
            <p:ph type="body" idx="83" hasCustomPrompt="1"/>
          </p:nvPr>
        </p:nvSpPr>
        <p:spPr bwMode="gray">
          <a:xfrm>
            <a:off x="3202200" y="3461418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20" name="Textplatzhalter 2">
            <a:extLst>
              <a:ext uri="{FF2B5EF4-FFF2-40B4-BE49-F238E27FC236}">
                <a16:creationId xmlns:a16="http://schemas.microsoft.com/office/drawing/2014/main" id="{556D5404-F293-5714-430B-B9E2D808E5F5}"/>
              </a:ext>
            </a:extLst>
          </p:cNvPr>
          <p:cNvSpPr>
            <a:spLocks noGrp="1"/>
          </p:cNvSpPr>
          <p:nvPr>
            <p:ph type="body" idx="84" hasCustomPrompt="1"/>
          </p:nvPr>
        </p:nvSpPr>
        <p:spPr bwMode="gray">
          <a:xfrm>
            <a:off x="4654800" y="3461418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21" name="Textplatzhalter 2">
            <a:extLst>
              <a:ext uri="{FF2B5EF4-FFF2-40B4-BE49-F238E27FC236}">
                <a16:creationId xmlns:a16="http://schemas.microsoft.com/office/drawing/2014/main" id="{78AAD5D0-7C1F-1AC6-9AE5-3E549992FA87}"/>
              </a:ext>
            </a:extLst>
          </p:cNvPr>
          <p:cNvSpPr>
            <a:spLocks noGrp="1"/>
          </p:cNvSpPr>
          <p:nvPr>
            <p:ph type="body" idx="85" hasCustomPrompt="1"/>
          </p:nvPr>
        </p:nvSpPr>
        <p:spPr bwMode="gray">
          <a:xfrm>
            <a:off x="6107400" y="3461418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22" name="Textplatzhalter 2">
            <a:extLst>
              <a:ext uri="{FF2B5EF4-FFF2-40B4-BE49-F238E27FC236}">
                <a16:creationId xmlns:a16="http://schemas.microsoft.com/office/drawing/2014/main" id="{65371FA3-0D35-E101-D85B-ED9CCEA9E128}"/>
              </a:ext>
            </a:extLst>
          </p:cNvPr>
          <p:cNvSpPr>
            <a:spLocks noGrp="1"/>
          </p:cNvSpPr>
          <p:nvPr>
            <p:ph type="body" idx="86" hasCustomPrompt="1"/>
          </p:nvPr>
        </p:nvSpPr>
        <p:spPr bwMode="gray">
          <a:xfrm>
            <a:off x="7569000" y="3461418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81522A-6D75-A2F0-BCAF-40BDC84DAE7B}"/>
              </a:ext>
            </a:extLst>
          </p:cNvPr>
          <p:cNvSpPr>
            <a:spLocks noGrp="1"/>
          </p:cNvSpPr>
          <p:nvPr>
            <p:ph type="dt" sz="half" idx="87"/>
          </p:nvPr>
        </p:nvSpPr>
        <p:spPr bwMode="gray"/>
        <p:txBody>
          <a:bodyPr/>
          <a:lstStyle/>
          <a:p>
            <a:fld id="{EB7F4C39-B52C-DF49-A113-211A570A1AC6}" type="datetime1">
              <a:rPr lang="en-US" smtClean="0"/>
              <a:t>8/29/2026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0D88533-0BD5-4278-845A-5BDDD4A907BB}"/>
              </a:ext>
            </a:extLst>
          </p:cNvPr>
          <p:cNvSpPr>
            <a:spLocks noGrp="1"/>
          </p:cNvSpPr>
          <p:nvPr>
            <p:ph type="ftr" sz="quarter" idx="88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BF8496-05E9-672B-2752-3F482CCD2835}"/>
              </a:ext>
            </a:extLst>
          </p:cNvPr>
          <p:cNvSpPr>
            <a:spLocks noGrp="1"/>
          </p:cNvSpPr>
          <p:nvPr>
            <p:ph type="sldNum" sz="quarter" idx="89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057C5EA1-BEF5-0D22-BEEB-248C0DEA456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3283461" y="2285025"/>
            <a:ext cx="2577079" cy="58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81785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ach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platzhalter 2">
            <a:extLst>
              <a:ext uri="{FF2B5EF4-FFF2-40B4-BE49-F238E27FC236}">
                <a16:creationId xmlns:a16="http://schemas.microsoft.com/office/drawing/2014/main" id="{7F5C0A34-9F06-E2AE-6E3B-6B503C9CC38F}"/>
              </a:ext>
            </a:extLst>
          </p:cNvPr>
          <p:cNvSpPr>
            <a:spLocks noGrp="1"/>
          </p:cNvSpPr>
          <p:nvPr>
            <p:ph type="body" idx="37" hasCustomPrompt="1"/>
          </p:nvPr>
        </p:nvSpPr>
        <p:spPr bwMode="gray">
          <a:xfrm>
            <a:off x="332436" y="773151"/>
            <a:ext cx="846454" cy="945454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08" name="Textplatzhalter 2">
            <a:extLst>
              <a:ext uri="{FF2B5EF4-FFF2-40B4-BE49-F238E27FC236}">
                <a16:creationId xmlns:a16="http://schemas.microsoft.com/office/drawing/2014/main" id="{6E1B46D9-5F8D-5833-6459-8C39241272A8}"/>
              </a:ext>
            </a:extLst>
          </p:cNvPr>
          <p:cNvSpPr>
            <a:spLocks noGrp="1"/>
          </p:cNvSpPr>
          <p:nvPr>
            <p:ph type="body" idx="72" hasCustomPrompt="1"/>
          </p:nvPr>
        </p:nvSpPr>
        <p:spPr bwMode="gray">
          <a:xfrm>
            <a:off x="1361809" y="780585"/>
            <a:ext cx="846454" cy="945454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09" name="Textplatzhalter 2">
            <a:extLst>
              <a:ext uri="{FF2B5EF4-FFF2-40B4-BE49-F238E27FC236}">
                <a16:creationId xmlns:a16="http://schemas.microsoft.com/office/drawing/2014/main" id="{00AB6026-9357-5B20-A170-240382695489}"/>
              </a:ext>
            </a:extLst>
          </p:cNvPr>
          <p:cNvSpPr>
            <a:spLocks noGrp="1"/>
          </p:cNvSpPr>
          <p:nvPr>
            <p:ph type="body" idx="73" hasCustomPrompt="1"/>
          </p:nvPr>
        </p:nvSpPr>
        <p:spPr bwMode="gray">
          <a:xfrm>
            <a:off x="2511336" y="773151"/>
            <a:ext cx="846454" cy="945454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0" name="Textplatzhalter 2">
            <a:extLst>
              <a:ext uri="{FF2B5EF4-FFF2-40B4-BE49-F238E27FC236}">
                <a16:creationId xmlns:a16="http://schemas.microsoft.com/office/drawing/2014/main" id="{A2CED726-664B-4FA0-45B8-F56130868DD7}"/>
              </a:ext>
            </a:extLst>
          </p:cNvPr>
          <p:cNvSpPr>
            <a:spLocks noGrp="1"/>
          </p:cNvSpPr>
          <p:nvPr>
            <p:ph type="body" idx="74" hasCustomPrompt="1"/>
          </p:nvPr>
        </p:nvSpPr>
        <p:spPr bwMode="gray">
          <a:xfrm>
            <a:off x="3632168" y="773151"/>
            <a:ext cx="846454" cy="945454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1" name="Textplatzhalter 2">
            <a:extLst>
              <a:ext uri="{FF2B5EF4-FFF2-40B4-BE49-F238E27FC236}">
                <a16:creationId xmlns:a16="http://schemas.microsoft.com/office/drawing/2014/main" id="{8F768C48-1230-DE98-EBF5-9729D84394B6}"/>
              </a:ext>
            </a:extLst>
          </p:cNvPr>
          <p:cNvSpPr>
            <a:spLocks noGrp="1"/>
          </p:cNvSpPr>
          <p:nvPr>
            <p:ph type="body" idx="75" hasCustomPrompt="1"/>
          </p:nvPr>
        </p:nvSpPr>
        <p:spPr bwMode="gray">
          <a:xfrm>
            <a:off x="4951218" y="780585"/>
            <a:ext cx="846454" cy="945454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2" name="Textplatzhalter 2">
            <a:extLst>
              <a:ext uri="{FF2B5EF4-FFF2-40B4-BE49-F238E27FC236}">
                <a16:creationId xmlns:a16="http://schemas.microsoft.com/office/drawing/2014/main" id="{FBF64BED-6E42-364A-664E-0A3E94869C91}"/>
              </a:ext>
            </a:extLst>
          </p:cNvPr>
          <p:cNvSpPr>
            <a:spLocks noGrp="1"/>
          </p:cNvSpPr>
          <p:nvPr>
            <p:ph type="body" idx="76" hasCustomPrompt="1"/>
          </p:nvPr>
        </p:nvSpPr>
        <p:spPr bwMode="gray">
          <a:xfrm>
            <a:off x="6270268" y="773151"/>
            <a:ext cx="846454" cy="945454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81522A-6D75-A2F0-BCAF-40BDC84DAE7B}"/>
              </a:ext>
            </a:extLst>
          </p:cNvPr>
          <p:cNvSpPr>
            <a:spLocks noGrp="1"/>
          </p:cNvSpPr>
          <p:nvPr>
            <p:ph type="dt" sz="half" idx="87"/>
          </p:nvPr>
        </p:nvSpPr>
        <p:spPr bwMode="gray">
          <a:xfrm>
            <a:off x="547930" y="4952525"/>
            <a:ext cx="1372336" cy="100580"/>
          </a:xfrm>
        </p:spPr>
        <p:txBody>
          <a:bodyPr/>
          <a:lstStyle/>
          <a:p>
            <a:fld id="{EB7F4C39-B52C-DF49-A113-211A570A1AC6}" type="datetime1">
              <a:rPr lang="en-US" smtClean="0"/>
              <a:t>8/29/2026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0D88533-0BD5-4278-845A-5BDDD4A907BB}"/>
              </a:ext>
            </a:extLst>
          </p:cNvPr>
          <p:cNvSpPr>
            <a:spLocks noGrp="1"/>
          </p:cNvSpPr>
          <p:nvPr>
            <p:ph type="ftr" sz="quarter" idx="88"/>
          </p:nvPr>
        </p:nvSpPr>
        <p:spPr bwMode="gray">
          <a:xfrm>
            <a:off x="3248943" y="4952525"/>
            <a:ext cx="3601932" cy="100580"/>
          </a:xfrm>
        </p:spPr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BF8496-05E9-672B-2752-3F482CCD2835}"/>
              </a:ext>
            </a:extLst>
          </p:cNvPr>
          <p:cNvSpPr>
            <a:spLocks noGrp="1"/>
          </p:cNvSpPr>
          <p:nvPr>
            <p:ph type="sldNum" sz="quarter" idx="89"/>
          </p:nvPr>
        </p:nvSpPr>
        <p:spPr bwMode="gray">
          <a:xfrm>
            <a:off x="8756898" y="4952525"/>
            <a:ext cx="216116" cy="100580"/>
          </a:xfrm>
        </p:spPr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02D8F5A6-D3EC-2CFE-9613-E13120D18506}"/>
              </a:ext>
            </a:extLst>
          </p:cNvPr>
          <p:cNvSpPr>
            <a:spLocks noGrp="1"/>
          </p:cNvSpPr>
          <p:nvPr>
            <p:ph type="body" idx="92" hasCustomPrompt="1"/>
          </p:nvPr>
        </p:nvSpPr>
        <p:spPr bwMode="gray">
          <a:xfrm>
            <a:off x="7850024" y="794733"/>
            <a:ext cx="846454" cy="945454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90915883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cheln +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ildplatzhalter 2">
            <a:extLst>
              <a:ext uri="{FF2B5EF4-FFF2-40B4-BE49-F238E27FC236}">
                <a16:creationId xmlns:a16="http://schemas.microsoft.com/office/drawing/2014/main" id="{B2A446D0-3D1B-F2FC-AFBD-EF5FDA627151}"/>
              </a:ext>
            </a:extLst>
          </p:cNvPr>
          <p:cNvSpPr>
            <a:spLocks noGrp="1"/>
          </p:cNvSpPr>
          <p:nvPr>
            <p:ph type="pic" sz="quarter" idx="91"/>
          </p:nvPr>
        </p:nvSpPr>
        <p:spPr bwMode="gray">
          <a:xfrm>
            <a:off x="7569000" y="405000"/>
            <a:ext cx="1269000" cy="1269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8" name="Bildplatzhalter 2">
            <a:extLst>
              <a:ext uri="{FF2B5EF4-FFF2-40B4-BE49-F238E27FC236}">
                <a16:creationId xmlns:a16="http://schemas.microsoft.com/office/drawing/2014/main" id="{025D43E5-3383-5120-4647-D29CD6ED0A81}"/>
              </a:ext>
            </a:extLst>
          </p:cNvPr>
          <p:cNvSpPr>
            <a:spLocks noGrp="1"/>
          </p:cNvSpPr>
          <p:nvPr>
            <p:ph type="pic" sz="quarter" idx="92"/>
          </p:nvPr>
        </p:nvSpPr>
        <p:spPr bwMode="gray">
          <a:xfrm>
            <a:off x="7569000" y="1944000"/>
            <a:ext cx="1269000" cy="1269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9" name="Bildplatzhalter 2">
            <a:extLst>
              <a:ext uri="{FF2B5EF4-FFF2-40B4-BE49-F238E27FC236}">
                <a16:creationId xmlns:a16="http://schemas.microsoft.com/office/drawing/2014/main" id="{8C6949B7-8FF5-C544-367D-413ABB987C7F}"/>
              </a:ext>
            </a:extLst>
          </p:cNvPr>
          <p:cNvSpPr>
            <a:spLocks noGrp="1"/>
          </p:cNvSpPr>
          <p:nvPr>
            <p:ph type="pic" sz="quarter" idx="93"/>
          </p:nvPr>
        </p:nvSpPr>
        <p:spPr bwMode="gray">
          <a:xfrm>
            <a:off x="7569000" y="3461418"/>
            <a:ext cx="1269000" cy="1269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C323FB26-AC74-4613-AB61-5345CC66B76C}"/>
              </a:ext>
            </a:extLst>
          </p:cNvPr>
          <p:cNvSpPr>
            <a:spLocks noGrp="1"/>
          </p:cNvSpPr>
          <p:nvPr>
            <p:ph type="pic" sz="quarter" idx="94"/>
          </p:nvPr>
        </p:nvSpPr>
        <p:spPr bwMode="gray">
          <a:xfrm>
            <a:off x="3202200" y="3461418"/>
            <a:ext cx="1269000" cy="1269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5CEB91F8-6470-D3F4-DDD8-8B94E7630266}"/>
              </a:ext>
            </a:extLst>
          </p:cNvPr>
          <p:cNvSpPr>
            <a:spLocks noGrp="1"/>
          </p:cNvSpPr>
          <p:nvPr>
            <p:ph type="pic" sz="quarter" idx="95"/>
          </p:nvPr>
        </p:nvSpPr>
        <p:spPr bwMode="gray">
          <a:xfrm>
            <a:off x="4654800" y="3461418"/>
            <a:ext cx="1269000" cy="1269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C43F999-B202-6E22-55A9-A6304294405C}"/>
              </a:ext>
            </a:extLst>
          </p:cNvPr>
          <p:cNvSpPr>
            <a:spLocks noGrp="1"/>
          </p:cNvSpPr>
          <p:nvPr>
            <p:ph type="pic" sz="quarter" idx="90"/>
          </p:nvPr>
        </p:nvSpPr>
        <p:spPr bwMode="gray">
          <a:xfrm>
            <a:off x="306000" y="405000"/>
            <a:ext cx="2721600" cy="126900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109" name="Textplatzhalter 2">
            <a:extLst>
              <a:ext uri="{FF2B5EF4-FFF2-40B4-BE49-F238E27FC236}">
                <a16:creationId xmlns:a16="http://schemas.microsoft.com/office/drawing/2014/main" id="{00AB6026-9357-5B20-A170-240382695489}"/>
              </a:ext>
            </a:extLst>
          </p:cNvPr>
          <p:cNvSpPr>
            <a:spLocks noGrp="1"/>
          </p:cNvSpPr>
          <p:nvPr>
            <p:ph type="body" idx="73" hasCustomPrompt="1"/>
          </p:nvPr>
        </p:nvSpPr>
        <p:spPr bwMode="gray">
          <a:xfrm>
            <a:off x="3211200" y="405000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0" name="Textplatzhalter 2">
            <a:extLst>
              <a:ext uri="{FF2B5EF4-FFF2-40B4-BE49-F238E27FC236}">
                <a16:creationId xmlns:a16="http://schemas.microsoft.com/office/drawing/2014/main" id="{A2CED726-664B-4FA0-45B8-F56130868DD7}"/>
              </a:ext>
            </a:extLst>
          </p:cNvPr>
          <p:cNvSpPr>
            <a:spLocks noGrp="1"/>
          </p:cNvSpPr>
          <p:nvPr>
            <p:ph type="body" idx="74" hasCustomPrompt="1"/>
          </p:nvPr>
        </p:nvSpPr>
        <p:spPr bwMode="gray">
          <a:xfrm>
            <a:off x="4663800" y="405000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1" name="Textplatzhalter 2">
            <a:extLst>
              <a:ext uri="{FF2B5EF4-FFF2-40B4-BE49-F238E27FC236}">
                <a16:creationId xmlns:a16="http://schemas.microsoft.com/office/drawing/2014/main" id="{8F768C48-1230-DE98-EBF5-9729D84394B6}"/>
              </a:ext>
            </a:extLst>
          </p:cNvPr>
          <p:cNvSpPr>
            <a:spLocks noGrp="1"/>
          </p:cNvSpPr>
          <p:nvPr>
            <p:ph type="body" idx="75" hasCustomPrompt="1"/>
          </p:nvPr>
        </p:nvSpPr>
        <p:spPr bwMode="gray">
          <a:xfrm>
            <a:off x="6116400" y="405000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3" name="Textplatzhalter 2">
            <a:extLst>
              <a:ext uri="{FF2B5EF4-FFF2-40B4-BE49-F238E27FC236}">
                <a16:creationId xmlns:a16="http://schemas.microsoft.com/office/drawing/2014/main" id="{912D3BC5-14BC-F65C-FC3A-054DB54174B0}"/>
              </a:ext>
            </a:extLst>
          </p:cNvPr>
          <p:cNvSpPr>
            <a:spLocks noGrp="1"/>
          </p:cNvSpPr>
          <p:nvPr>
            <p:ph type="body" idx="77" hasCustomPrompt="1"/>
          </p:nvPr>
        </p:nvSpPr>
        <p:spPr bwMode="gray">
          <a:xfrm>
            <a:off x="306000" y="1944000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4" name="Textplatzhalter 2">
            <a:extLst>
              <a:ext uri="{FF2B5EF4-FFF2-40B4-BE49-F238E27FC236}">
                <a16:creationId xmlns:a16="http://schemas.microsoft.com/office/drawing/2014/main" id="{04662874-FD49-F622-C1BD-2EE6C079F974}"/>
              </a:ext>
            </a:extLst>
          </p:cNvPr>
          <p:cNvSpPr>
            <a:spLocks noGrp="1"/>
          </p:cNvSpPr>
          <p:nvPr>
            <p:ph type="body" idx="78" hasCustomPrompt="1"/>
          </p:nvPr>
        </p:nvSpPr>
        <p:spPr bwMode="gray">
          <a:xfrm>
            <a:off x="1749600" y="1944000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5" name="Textplatzhalter 2">
            <a:extLst>
              <a:ext uri="{FF2B5EF4-FFF2-40B4-BE49-F238E27FC236}">
                <a16:creationId xmlns:a16="http://schemas.microsoft.com/office/drawing/2014/main" id="{8D2A123A-EBFD-70E7-BB4B-ABAD62A401B4}"/>
              </a:ext>
            </a:extLst>
          </p:cNvPr>
          <p:cNvSpPr>
            <a:spLocks noGrp="1"/>
          </p:cNvSpPr>
          <p:nvPr>
            <p:ph type="body" idx="79" hasCustomPrompt="1"/>
          </p:nvPr>
        </p:nvSpPr>
        <p:spPr bwMode="gray">
          <a:xfrm>
            <a:off x="6107400" y="1944000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7" name="Textplatzhalter 2">
            <a:extLst>
              <a:ext uri="{FF2B5EF4-FFF2-40B4-BE49-F238E27FC236}">
                <a16:creationId xmlns:a16="http://schemas.microsoft.com/office/drawing/2014/main" id="{BE084A8F-05D8-DB77-095B-F8B26B1F99EB}"/>
              </a:ext>
            </a:extLst>
          </p:cNvPr>
          <p:cNvSpPr>
            <a:spLocks noGrp="1"/>
          </p:cNvSpPr>
          <p:nvPr>
            <p:ph type="body" idx="81" hasCustomPrompt="1"/>
          </p:nvPr>
        </p:nvSpPr>
        <p:spPr bwMode="gray">
          <a:xfrm>
            <a:off x="306000" y="3461418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18" name="Textplatzhalter 2">
            <a:extLst>
              <a:ext uri="{FF2B5EF4-FFF2-40B4-BE49-F238E27FC236}">
                <a16:creationId xmlns:a16="http://schemas.microsoft.com/office/drawing/2014/main" id="{B786D8A6-0981-11CD-E14E-A170A0CD1758}"/>
              </a:ext>
            </a:extLst>
          </p:cNvPr>
          <p:cNvSpPr>
            <a:spLocks noGrp="1"/>
          </p:cNvSpPr>
          <p:nvPr>
            <p:ph type="body" idx="82" hasCustomPrompt="1"/>
          </p:nvPr>
        </p:nvSpPr>
        <p:spPr bwMode="gray">
          <a:xfrm>
            <a:off x="1749600" y="3461418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121" name="Textplatzhalter 2">
            <a:extLst>
              <a:ext uri="{FF2B5EF4-FFF2-40B4-BE49-F238E27FC236}">
                <a16:creationId xmlns:a16="http://schemas.microsoft.com/office/drawing/2014/main" id="{78AAD5D0-7C1F-1AC6-9AE5-3E549992FA87}"/>
              </a:ext>
            </a:extLst>
          </p:cNvPr>
          <p:cNvSpPr>
            <a:spLocks noGrp="1"/>
          </p:cNvSpPr>
          <p:nvPr>
            <p:ph type="body" idx="85" hasCustomPrompt="1"/>
          </p:nvPr>
        </p:nvSpPr>
        <p:spPr bwMode="gray">
          <a:xfrm>
            <a:off x="6107400" y="3461418"/>
            <a:ext cx="1269000" cy="1269000"/>
          </a:xfrm>
          <a:solidFill>
            <a:schemeClr val="accent1"/>
          </a:solidFill>
        </p:spPr>
        <p:txBody>
          <a:bodyPr lIns="18000" tIns="18000" rIns="18000" bIns="18000" anchor="ctr" anchorCtr="0"/>
          <a:lstStyle>
            <a:lvl1pPr marL="0" indent="0" algn="ctr">
              <a:lnSpc>
                <a:spcPts val="2100"/>
              </a:lnSpc>
              <a:spcBef>
                <a:spcPts val="300"/>
              </a:spcBef>
              <a:spcAft>
                <a:spcPts val="300"/>
              </a:spcAft>
              <a:buNone/>
              <a:defRPr sz="2700" b="1"/>
            </a:lvl1pPr>
            <a:lvl2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sz="1500" b="0">
                <a:solidFill>
                  <a:schemeClr val="bg1"/>
                </a:solidFill>
              </a:defRPr>
            </a:lvl2pPr>
            <a:lvl3pPr marL="0" indent="0" algn="ctr">
              <a:lnSpc>
                <a:spcPts val="1500"/>
              </a:lnSpc>
              <a:spcBef>
                <a:spcPts val="300"/>
              </a:spcBef>
              <a:spcAft>
                <a:spcPts val="900"/>
              </a:spcAft>
              <a:buNone/>
              <a:defRPr lang="de-DE" sz="1500" b="0" kern="1200" spc="3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ctr">
              <a:lnSpc>
                <a:spcPts val="2100"/>
              </a:lnSpc>
              <a:buNone/>
              <a:defRPr lang="de-DE" sz="2700" b="1" kern="1200" spc="30" baseline="0" noProof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  <a:p>
            <a:pPr lvl="1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2"/>
            <a:r>
              <a:rPr lang="de-DE"/>
              <a:t>Text </a:t>
            </a:r>
            <a:r>
              <a:rPr lang="de-DE" err="1"/>
              <a:t>text</a:t>
            </a:r>
            <a:r>
              <a:rPr lang="de-DE"/>
              <a:t> </a:t>
            </a:r>
            <a:r>
              <a:rPr lang="de-DE" err="1"/>
              <a:t>text</a:t>
            </a:r>
            <a:endParaRPr lang="de-DE"/>
          </a:p>
          <a:p>
            <a:pPr lvl="3"/>
            <a:r>
              <a:rPr lang="de-DE"/>
              <a:t>Text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881522A-6D75-A2F0-BCAF-40BDC84DAE7B}"/>
              </a:ext>
            </a:extLst>
          </p:cNvPr>
          <p:cNvSpPr>
            <a:spLocks noGrp="1"/>
          </p:cNvSpPr>
          <p:nvPr>
            <p:ph type="dt" sz="half" idx="87"/>
          </p:nvPr>
        </p:nvSpPr>
        <p:spPr bwMode="gray"/>
        <p:txBody>
          <a:bodyPr/>
          <a:lstStyle/>
          <a:p>
            <a:fld id="{40B69473-16A8-F040-B13B-EA520637AA81}" type="datetime1">
              <a:rPr lang="en-US" smtClean="0"/>
              <a:t>8/29/2026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0D88533-0BD5-4278-845A-5BDDD4A907BB}"/>
              </a:ext>
            </a:extLst>
          </p:cNvPr>
          <p:cNvSpPr>
            <a:spLocks noGrp="1"/>
          </p:cNvSpPr>
          <p:nvPr>
            <p:ph type="ftr" sz="quarter" idx="88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0BF8496-05E9-672B-2752-3F482CCD2835}"/>
              </a:ext>
            </a:extLst>
          </p:cNvPr>
          <p:cNvSpPr>
            <a:spLocks noGrp="1"/>
          </p:cNvSpPr>
          <p:nvPr>
            <p:ph type="sldNum" sz="quarter" idx="89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AD358D3D-C753-A235-B152-B06E32D0571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3283461" y="2285025"/>
            <a:ext cx="2577079" cy="586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66510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ktstat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platzhalter 29">
            <a:extLst>
              <a:ext uri="{FF2B5EF4-FFF2-40B4-BE49-F238E27FC236}">
                <a16:creationId xmlns:a16="http://schemas.microsoft.com/office/drawing/2014/main" id="{E3EA9582-BAD1-D424-5356-10438F3609F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335261" y="2193544"/>
            <a:ext cx="2052000" cy="2538000"/>
          </a:xfrm>
          <a:solidFill>
            <a:srgbClr val="003C3C"/>
          </a:solidFill>
          <a:ln>
            <a:noFill/>
          </a:ln>
        </p:spPr>
        <p:txBody>
          <a:bodyPr vert="horz" lIns="252000" tIns="180000" rIns="108000" bIns="0" rtlCol="0">
            <a:noAutofit/>
          </a:bodyPr>
          <a:lstStyle>
            <a:lvl1pPr>
              <a:defRPr lang="de-DE" dirty="0">
                <a:solidFill>
                  <a:srgbClr val="2DFA87"/>
                </a:solidFill>
              </a:defRPr>
            </a:lvl1pPr>
            <a:lvl2pPr>
              <a:defRPr lang="de-DE" dirty="0">
                <a:solidFill>
                  <a:srgbClr val="2DFA87"/>
                </a:solidFill>
              </a:defRPr>
            </a:lvl2pPr>
            <a:lvl3pPr>
              <a:defRPr lang="de-DE" dirty="0">
                <a:solidFill>
                  <a:srgbClr val="2DFA87"/>
                </a:solidFill>
              </a:defRPr>
            </a:lvl3pPr>
            <a:lvl4pPr>
              <a:defRPr lang="de-DE" dirty="0">
                <a:solidFill>
                  <a:srgbClr val="2DFA87"/>
                </a:solidFill>
              </a:defRPr>
            </a:lvl4pPr>
            <a:lvl5pPr>
              <a:defRPr lang="de-DE" dirty="0">
                <a:solidFill>
                  <a:srgbClr val="2DFA87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5" name="Textplatzhalter 2">
            <a:extLst>
              <a:ext uri="{FF2B5EF4-FFF2-40B4-BE49-F238E27FC236}">
                <a16:creationId xmlns:a16="http://schemas.microsoft.com/office/drawing/2014/main" id="{E1B8DF92-D9BE-90F6-9636-9DBC3D8EA26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521494" y="862892"/>
            <a:ext cx="1620000" cy="243000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35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6" name="Textplatzhalter 2">
            <a:extLst>
              <a:ext uri="{FF2B5EF4-FFF2-40B4-BE49-F238E27FC236}">
                <a16:creationId xmlns:a16="http://schemas.microsoft.com/office/drawing/2014/main" id="{706908F2-5302-21F6-E782-9E5DCFBBE295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 bwMode="gray">
          <a:xfrm>
            <a:off x="2681831" y="862892"/>
            <a:ext cx="1620000" cy="243000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35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47" name="Textplatzhalter 2">
            <a:extLst>
              <a:ext uri="{FF2B5EF4-FFF2-40B4-BE49-F238E27FC236}">
                <a16:creationId xmlns:a16="http://schemas.microsoft.com/office/drawing/2014/main" id="{3F25E55D-AF0D-8C62-D89B-E626CE2D6AFB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 bwMode="gray">
          <a:xfrm>
            <a:off x="4842169" y="862892"/>
            <a:ext cx="1620000" cy="243000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35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3" name="Textplatzhalter 29">
            <a:extLst>
              <a:ext uri="{FF2B5EF4-FFF2-40B4-BE49-F238E27FC236}">
                <a16:creationId xmlns:a16="http://schemas.microsoft.com/office/drawing/2014/main" id="{C6924ABD-ECFB-A180-1B7C-02D86AD9CE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 bwMode="gray">
          <a:xfrm>
            <a:off x="2495599" y="2193544"/>
            <a:ext cx="2052000" cy="2538000"/>
          </a:xfrm>
          <a:solidFill>
            <a:srgbClr val="003C3C"/>
          </a:solidFill>
          <a:ln>
            <a:noFill/>
          </a:ln>
        </p:spPr>
        <p:txBody>
          <a:bodyPr vert="horz" lIns="252000" tIns="180000" rIns="108000" bIns="0" rtlCol="0">
            <a:noAutofit/>
          </a:bodyPr>
          <a:lstStyle>
            <a:lvl1pPr>
              <a:defRPr lang="de-DE" dirty="0">
                <a:solidFill>
                  <a:srgbClr val="2DFA87"/>
                </a:solidFill>
              </a:defRPr>
            </a:lvl1pPr>
            <a:lvl2pPr>
              <a:defRPr lang="de-DE" dirty="0">
                <a:solidFill>
                  <a:srgbClr val="2DFA87"/>
                </a:solidFill>
              </a:defRPr>
            </a:lvl2pPr>
            <a:lvl3pPr>
              <a:defRPr lang="de-DE" dirty="0">
                <a:solidFill>
                  <a:srgbClr val="2DFA87"/>
                </a:solidFill>
              </a:defRPr>
            </a:lvl3pPr>
            <a:lvl4pPr>
              <a:defRPr lang="de-DE" dirty="0">
                <a:solidFill>
                  <a:srgbClr val="2DFA87"/>
                </a:solidFill>
              </a:defRPr>
            </a:lvl4pPr>
            <a:lvl5pPr>
              <a:defRPr lang="de-DE" dirty="0">
                <a:solidFill>
                  <a:srgbClr val="2DFA87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4" name="Textplatzhalter 29">
            <a:extLst>
              <a:ext uri="{FF2B5EF4-FFF2-40B4-BE49-F238E27FC236}">
                <a16:creationId xmlns:a16="http://schemas.microsoft.com/office/drawing/2014/main" id="{BC7F4F59-1E27-D77F-CB20-42456ED9A34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 bwMode="gray">
          <a:xfrm>
            <a:off x="4655936" y="2193544"/>
            <a:ext cx="2052000" cy="2538000"/>
          </a:xfrm>
          <a:ln>
            <a:noFill/>
          </a:ln>
        </p:spPr>
        <p:txBody>
          <a:bodyPr vert="horz" lIns="252000" tIns="180000" rIns="10800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5" name="Textplatzhalter 29">
            <a:extLst>
              <a:ext uri="{FF2B5EF4-FFF2-40B4-BE49-F238E27FC236}">
                <a16:creationId xmlns:a16="http://schemas.microsoft.com/office/drawing/2014/main" id="{F36CCE52-1C9D-A3FA-1534-2AE1702DD2E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 bwMode="gray">
          <a:xfrm>
            <a:off x="6816275" y="2193544"/>
            <a:ext cx="2052000" cy="2538000"/>
          </a:xfrm>
          <a:ln>
            <a:noFill/>
          </a:ln>
        </p:spPr>
        <p:txBody>
          <a:bodyPr vert="horz" lIns="252000" tIns="180000" rIns="10800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1EE16A5B-6DAD-5CC6-D2F2-6A9A6D8AD8B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 bwMode="gray">
          <a:xfrm>
            <a:off x="7002507" y="862892"/>
            <a:ext cx="1620000" cy="243000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35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Text</a:t>
            </a:r>
          </a:p>
        </p:txBody>
      </p:sp>
      <p:sp>
        <p:nvSpPr>
          <p:cNvPr id="17" name="Diagrammplatzhalter 16">
            <a:extLst>
              <a:ext uri="{FF2B5EF4-FFF2-40B4-BE49-F238E27FC236}">
                <a16:creationId xmlns:a16="http://schemas.microsoft.com/office/drawing/2014/main" id="{CE3B997E-C89E-5F0F-B515-BB7FC3812477}"/>
              </a:ext>
            </a:extLst>
          </p:cNvPr>
          <p:cNvSpPr>
            <a:spLocks noGrp="1"/>
          </p:cNvSpPr>
          <p:nvPr>
            <p:ph type="chart" sz="quarter" idx="21"/>
          </p:nvPr>
        </p:nvSpPr>
        <p:spPr bwMode="gray">
          <a:xfrm>
            <a:off x="521494" y="1232256"/>
            <a:ext cx="1620000" cy="729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chart</a:t>
            </a:r>
            <a:endParaRPr lang="de-DE"/>
          </a:p>
        </p:txBody>
      </p:sp>
      <p:sp>
        <p:nvSpPr>
          <p:cNvPr id="18" name="Diagrammplatzhalter 16">
            <a:extLst>
              <a:ext uri="{FF2B5EF4-FFF2-40B4-BE49-F238E27FC236}">
                <a16:creationId xmlns:a16="http://schemas.microsoft.com/office/drawing/2014/main" id="{3D9C5BF6-51BB-251D-476A-508322A82F02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 bwMode="gray">
          <a:xfrm>
            <a:off x="2681831" y="1232256"/>
            <a:ext cx="1620000" cy="729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chart</a:t>
            </a:r>
            <a:endParaRPr lang="de-DE"/>
          </a:p>
        </p:txBody>
      </p:sp>
      <p:sp>
        <p:nvSpPr>
          <p:cNvPr id="19" name="Diagrammplatzhalter 16">
            <a:extLst>
              <a:ext uri="{FF2B5EF4-FFF2-40B4-BE49-F238E27FC236}">
                <a16:creationId xmlns:a16="http://schemas.microsoft.com/office/drawing/2014/main" id="{57936FB2-C7D8-1702-1070-2900B501E891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 bwMode="gray">
          <a:xfrm>
            <a:off x="4842169" y="1232256"/>
            <a:ext cx="1620000" cy="729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chart</a:t>
            </a:r>
            <a:endParaRPr lang="de-DE"/>
          </a:p>
        </p:txBody>
      </p:sp>
      <p:sp>
        <p:nvSpPr>
          <p:cNvPr id="20" name="Diagrammplatzhalter 16">
            <a:extLst>
              <a:ext uri="{FF2B5EF4-FFF2-40B4-BE49-F238E27FC236}">
                <a16:creationId xmlns:a16="http://schemas.microsoft.com/office/drawing/2014/main" id="{8DCD520B-DB3F-C25D-240E-F4F5288DF8BE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 bwMode="gray">
          <a:xfrm>
            <a:off x="7002507" y="1232256"/>
            <a:ext cx="1620000" cy="7290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chart</a:t>
            </a:r>
            <a:endParaRPr lang="de-DE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A74AAAAD-548D-DC00-C47F-61B23444C846}"/>
              </a:ext>
            </a:extLst>
          </p:cNvPr>
          <p:cNvSpPr>
            <a:spLocks noGrp="1"/>
          </p:cNvSpPr>
          <p:nvPr>
            <p:ph type="dt" sz="half" idx="25"/>
          </p:nvPr>
        </p:nvSpPr>
        <p:spPr bwMode="gray"/>
        <p:txBody>
          <a:bodyPr/>
          <a:lstStyle/>
          <a:p>
            <a:fld id="{504DE007-88BC-4645-8F75-FB8CB5A04EB1}" type="datetime1">
              <a:rPr lang="en-US" smtClean="0"/>
              <a:t>8/29/2026</a:t>
            </a:fld>
            <a:endParaRPr lang="de-DE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3A4426C3-8CF6-1E08-08F7-CB78375D9EF8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 bwMode="gray">
          <a:xfrm>
            <a:off x="3222507" y="4873500"/>
            <a:ext cx="5400000" cy="135000"/>
          </a:xfrm>
        </p:spPr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438DC24F-0ADD-8CB0-BE45-57E46FFB852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0C0BFDEE-4CD5-4B49-8EFA-E70538D52CBB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7301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it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abellenplatzhalter 11">
            <a:extLst>
              <a:ext uri="{FF2B5EF4-FFF2-40B4-BE49-F238E27FC236}">
                <a16:creationId xmlns:a16="http://schemas.microsoft.com/office/drawing/2014/main" id="{EB529025-A5EC-0DE9-8FBE-98CA33B11B99}"/>
              </a:ext>
            </a:extLst>
          </p:cNvPr>
          <p:cNvSpPr>
            <a:spLocks noGrp="1"/>
          </p:cNvSpPr>
          <p:nvPr>
            <p:ph type="tbl" sz="quarter" idx="25"/>
          </p:nvPr>
        </p:nvSpPr>
        <p:spPr bwMode="gray">
          <a:xfrm>
            <a:off x="521494" y="1383506"/>
            <a:ext cx="6210300" cy="3348038"/>
          </a:xfrm>
        </p:spPr>
        <p:txBody>
          <a:bodyPr/>
          <a:lstStyle>
            <a:lvl1pPr>
              <a:defRPr sz="1350" b="1" cap="none" baseline="0">
                <a:latin typeface="+mj-lt"/>
              </a:defRPr>
            </a:lvl1pPr>
          </a:lstStyle>
          <a:p>
            <a:r>
              <a:rPr lang="en-GB" cap="none" baseline="0"/>
              <a:t>Click icon to add table</a:t>
            </a:r>
            <a:endParaRPr lang="de-DE"/>
          </a:p>
        </p:txBody>
      </p:sp>
      <p:sp>
        <p:nvSpPr>
          <p:cNvPr id="14" name="Diagrammplatzhalter 16">
            <a:extLst>
              <a:ext uri="{FF2B5EF4-FFF2-40B4-BE49-F238E27FC236}">
                <a16:creationId xmlns:a16="http://schemas.microsoft.com/office/drawing/2014/main" id="{0DD645BE-D0D4-0A5F-4125-9F8CD617A808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 bwMode="gray">
          <a:xfrm>
            <a:off x="6894507" y="1383506"/>
            <a:ext cx="1728000" cy="485589"/>
          </a:xfrm>
        </p:spPr>
        <p:txBody>
          <a:bodyPr/>
          <a:lstStyle/>
          <a:p>
            <a:r>
              <a:rPr lang="en-GB"/>
              <a:t>Click icon to add chart</a:t>
            </a:r>
            <a:endParaRPr lang="de-DE"/>
          </a:p>
        </p:txBody>
      </p:sp>
      <p:sp>
        <p:nvSpPr>
          <p:cNvPr id="15" name="Diagrammplatzhalter 16">
            <a:extLst>
              <a:ext uri="{FF2B5EF4-FFF2-40B4-BE49-F238E27FC236}">
                <a16:creationId xmlns:a16="http://schemas.microsoft.com/office/drawing/2014/main" id="{8BE8228E-244E-598E-D02A-C630556C254A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 bwMode="gray">
          <a:xfrm>
            <a:off x="6894507" y="1955996"/>
            <a:ext cx="1728000" cy="485589"/>
          </a:xfrm>
        </p:spPr>
        <p:txBody>
          <a:bodyPr/>
          <a:lstStyle/>
          <a:p>
            <a:r>
              <a:rPr lang="en-GB"/>
              <a:t>Click icon to add chart</a:t>
            </a:r>
            <a:endParaRPr lang="de-DE"/>
          </a:p>
        </p:txBody>
      </p:sp>
      <p:sp>
        <p:nvSpPr>
          <p:cNvPr id="17" name="Diagrammplatzhalter 16">
            <a:extLst>
              <a:ext uri="{FF2B5EF4-FFF2-40B4-BE49-F238E27FC236}">
                <a16:creationId xmlns:a16="http://schemas.microsoft.com/office/drawing/2014/main" id="{64723A69-155A-0921-548B-9BE1A75B63B6}"/>
              </a:ext>
            </a:extLst>
          </p:cNvPr>
          <p:cNvSpPr>
            <a:spLocks noGrp="1"/>
          </p:cNvSpPr>
          <p:nvPr>
            <p:ph type="chart" sz="quarter" idx="27"/>
          </p:nvPr>
        </p:nvSpPr>
        <p:spPr bwMode="gray">
          <a:xfrm>
            <a:off x="6894507" y="2528486"/>
            <a:ext cx="1728000" cy="485589"/>
          </a:xfrm>
        </p:spPr>
        <p:txBody>
          <a:bodyPr/>
          <a:lstStyle/>
          <a:p>
            <a:r>
              <a:rPr lang="en-GB"/>
              <a:t>Click icon to add chart</a:t>
            </a:r>
            <a:endParaRPr lang="de-DE"/>
          </a:p>
        </p:txBody>
      </p:sp>
      <p:sp>
        <p:nvSpPr>
          <p:cNvPr id="18" name="Diagrammplatzhalter 16">
            <a:extLst>
              <a:ext uri="{FF2B5EF4-FFF2-40B4-BE49-F238E27FC236}">
                <a16:creationId xmlns:a16="http://schemas.microsoft.com/office/drawing/2014/main" id="{A2D9A16D-B76A-F217-3E9F-671EA8DAF7D4}"/>
              </a:ext>
            </a:extLst>
          </p:cNvPr>
          <p:cNvSpPr>
            <a:spLocks noGrp="1"/>
          </p:cNvSpPr>
          <p:nvPr>
            <p:ph type="chart" sz="quarter" idx="28"/>
          </p:nvPr>
        </p:nvSpPr>
        <p:spPr bwMode="gray">
          <a:xfrm>
            <a:off x="6894507" y="3100976"/>
            <a:ext cx="1728000" cy="485589"/>
          </a:xfrm>
        </p:spPr>
        <p:txBody>
          <a:bodyPr/>
          <a:lstStyle/>
          <a:p>
            <a:r>
              <a:rPr lang="en-GB"/>
              <a:t>Click icon to add chart</a:t>
            </a:r>
            <a:endParaRPr lang="de-DE"/>
          </a:p>
        </p:txBody>
      </p:sp>
      <p:sp>
        <p:nvSpPr>
          <p:cNvPr id="19" name="Diagrammplatzhalter 16">
            <a:extLst>
              <a:ext uri="{FF2B5EF4-FFF2-40B4-BE49-F238E27FC236}">
                <a16:creationId xmlns:a16="http://schemas.microsoft.com/office/drawing/2014/main" id="{BFD5E16B-C65D-E6C4-A20A-193460E2BE45}"/>
              </a:ext>
            </a:extLst>
          </p:cNvPr>
          <p:cNvSpPr>
            <a:spLocks noGrp="1"/>
          </p:cNvSpPr>
          <p:nvPr>
            <p:ph type="chart" sz="quarter" idx="29"/>
          </p:nvPr>
        </p:nvSpPr>
        <p:spPr bwMode="gray">
          <a:xfrm>
            <a:off x="6894507" y="3673466"/>
            <a:ext cx="1728000" cy="485589"/>
          </a:xfrm>
        </p:spPr>
        <p:txBody>
          <a:bodyPr/>
          <a:lstStyle/>
          <a:p>
            <a:r>
              <a:rPr lang="en-GB"/>
              <a:t>Click icon to add chart</a:t>
            </a:r>
            <a:endParaRPr lang="de-DE"/>
          </a:p>
        </p:txBody>
      </p:sp>
      <p:sp>
        <p:nvSpPr>
          <p:cNvPr id="20" name="Diagrammplatzhalter 16">
            <a:extLst>
              <a:ext uri="{FF2B5EF4-FFF2-40B4-BE49-F238E27FC236}">
                <a16:creationId xmlns:a16="http://schemas.microsoft.com/office/drawing/2014/main" id="{3D4121FD-F1F1-F1E8-1848-CCBAB441282C}"/>
              </a:ext>
            </a:extLst>
          </p:cNvPr>
          <p:cNvSpPr>
            <a:spLocks noGrp="1"/>
          </p:cNvSpPr>
          <p:nvPr>
            <p:ph type="chart" sz="quarter" idx="30"/>
          </p:nvPr>
        </p:nvSpPr>
        <p:spPr bwMode="gray">
          <a:xfrm>
            <a:off x="6894507" y="4245955"/>
            <a:ext cx="1728000" cy="485589"/>
          </a:xfrm>
        </p:spPr>
        <p:txBody>
          <a:bodyPr/>
          <a:lstStyle/>
          <a:p>
            <a:r>
              <a:rPr lang="en-GB"/>
              <a:t>Click icon to add chart</a:t>
            </a:r>
            <a:endParaRPr lang="de-DE"/>
          </a:p>
        </p:txBody>
      </p:sp>
      <p:sp>
        <p:nvSpPr>
          <p:cNvPr id="21" name="Datumsplatzhalter 20">
            <a:extLst>
              <a:ext uri="{FF2B5EF4-FFF2-40B4-BE49-F238E27FC236}">
                <a16:creationId xmlns:a16="http://schemas.microsoft.com/office/drawing/2014/main" id="{3CB890ED-E4E8-7B63-A6CA-720E1E3A0597}"/>
              </a:ext>
            </a:extLst>
          </p:cNvPr>
          <p:cNvSpPr>
            <a:spLocks noGrp="1"/>
          </p:cNvSpPr>
          <p:nvPr>
            <p:ph type="dt" sz="half" idx="31"/>
          </p:nvPr>
        </p:nvSpPr>
        <p:spPr bwMode="gray"/>
        <p:txBody>
          <a:bodyPr/>
          <a:lstStyle/>
          <a:p>
            <a:fld id="{88F6FE0E-77B2-4D4B-BDFC-AD363B8DF1EF}" type="datetime1">
              <a:rPr lang="en-US" smtClean="0"/>
              <a:t>8/29/2026</a:t>
            </a:fld>
            <a:endParaRPr lang="de-DE"/>
          </a:p>
        </p:txBody>
      </p:sp>
      <p:sp>
        <p:nvSpPr>
          <p:cNvPr id="22" name="Fußzeilenplatzhalter 21">
            <a:extLst>
              <a:ext uri="{FF2B5EF4-FFF2-40B4-BE49-F238E27FC236}">
                <a16:creationId xmlns:a16="http://schemas.microsoft.com/office/drawing/2014/main" id="{1B0DF97A-47E6-F2E5-9A1E-B6D9E48D833A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 bwMode="gray">
          <a:xfrm>
            <a:off x="3222507" y="4873500"/>
            <a:ext cx="5400000" cy="135000"/>
          </a:xfrm>
        </p:spPr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23" name="Foliennummernplatzhalter 22">
            <a:extLst>
              <a:ext uri="{FF2B5EF4-FFF2-40B4-BE49-F238E27FC236}">
                <a16:creationId xmlns:a16="http://schemas.microsoft.com/office/drawing/2014/main" id="{B834879C-8A2D-CDF5-D5EC-28ABF931C88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4" name="Titel 23">
            <a:extLst>
              <a:ext uri="{FF2B5EF4-FFF2-40B4-BE49-F238E27FC236}">
                <a16:creationId xmlns:a16="http://schemas.microsoft.com/office/drawing/2014/main" id="{762F463E-B0C4-5673-29E3-62594DD658FB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34980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654">
          <p15:clr>
            <a:srgbClr val="FBAE40"/>
          </p15:clr>
        </p15:guide>
        <p15:guide id="2" orient="horz" pos="1162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CF3C179B-31FF-5CBB-D255-F94E3B6860D3}"/>
              </a:ext>
            </a:extLst>
          </p:cNvPr>
          <p:cNvSpPr>
            <a:spLocks noGrp="1"/>
          </p:cNvSpPr>
          <p:nvPr>
            <p:ph type="dt" sz="half" idx="27"/>
          </p:nvPr>
        </p:nvSpPr>
        <p:spPr bwMode="gray">
          <a:xfrm>
            <a:off x="521494" y="4873500"/>
            <a:ext cx="2057400" cy="135000"/>
          </a:xfrm>
        </p:spPr>
        <p:txBody>
          <a:bodyPr/>
          <a:lstStyle/>
          <a:p>
            <a:fld id="{DE988810-C5B4-6E4E-A2A8-0BCBA8207E1A}" type="datetime1">
              <a:rPr lang="en-US" smtClean="0"/>
              <a:t>8/29/2026</a:t>
            </a:fld>
            <a:endParaRPr lang="de-DE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26395144-2BF1-CE4C-2AB2-ACD27BE58112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 bwMode="gray">
          <a:xfrm>
            <a:off x="3222507" y="4873500"/>
            <a:ext cx="5400000" cy="135000"/>
          </a:xfrm>
        </p:spPr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21" name="Foliennummernplatzhalter 20">
            <a:extLst>
              <a:ext uri="{FF2B5EF4-FFF2-40B4-BE49-F238E27FC236}">
                <a16:creationId xmlns:a16="http://schemas.microsoft.com/office/drawing/2014/main" id="{EC1FF64D-C393-B5A6-E849-A19ECBE00E4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3" name="Inhaltsplatzhalter 22">
            <a:extLst>
              <a:ext uri="{FF2B5EF4-FFF2-40B4-BE49-F238E27FC236}">
                <a16:creationId xmlns:a16="http://schemas.microsoft.com/office/drawing/2014/main" id="{31DD113B-6B01-71D5-E7F5-4078CBD1F023}"/>
              </a:ext>
            </a:extLst>
          </p:cNvPr>
          <p:cNvSpPr>
            <a:spLocks noGrp="1"/>
          </p:cNvSpPr>
          <p:nvPr>
            <p:ph sz="quarter" idx="30"/>
          </p:nvPr>
        </p:nvSpPr>
        <p:spPr bwMode="gray">
          <a:xfrm>
            <a:off x="521494" y="844154"/>
            <a:ext cx="621000" cy="388739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24" name="Inhaltsplatzhalter 22">
            <a:extLst>
              <a:ext uri="{FF2B5EF4-FFF2-40B4-BE49-F238E27FC236}">
                <a16:creationId xmlns:a16="http://schemas.microsoft.com/office/drawing/2014/main" id="{56088BF2-E4B0-CE5A-56D2-3BF1FFF5F9C2}"/>
              </a:ext>
            </a:extLst>
          </p:cNvPr>
          <p:cNvSpPr>
            <a:spLocks noGrp="1"/>
          </p:cNvSpPr>
          <p:nvPr>
            <p:ph sz="quarter" idx="31"/>
          </p:nvPr>
        </p:nvSpPr>
        <p:spPr bwMode="gray">
          <a:xfrm>
            <a:off x="1269495" y="844154"/>
            <a:ext cx="621000" cy="388739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25" name="Inhaltsplatzhalter 22">
            <a:extLst>
              <a:ext uri="{FF2B5EF4-FFF2-40B4-BE49-F238E27FC236}">
                <a16:creationId xmlns:a16="http://schemas.microsoft.com/office/drawing/2014/main" id="{74BF6DB8-80A0-E919-0153-AADFF18E33B9}"/>
              </a:ext>
            </a:extLst>
          </p:cNvPr>
          <p:cNvSpPr>
            <a:spLocks noGrp="1"/>
          </p:cNvSpPr>
          <p:nvPr>
            <p:ph sz="quarter" idx="32"/>
          </p:nvPr>
        </p:nvSpPr>
        <p:spPr bwMode="gray">
          <a:xfrm>
            <a:off x="2017496" y="844154"/>
            <a:ext cx="621000" cy="388739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26" name="Inhaltsplatzhalter 22">
            <a:extLst>
              <a:ext uri="{FF2B5EF4-FFF2-40B4-BE49-F238E27FC236}">
                <a16:creationId xmlns:a16="http://schemas.microsoft.com/office/drawing/2014/main" id="{85F68E85-0FB5-8A47-FA7E-823F4547319F}"/>
              </a:ext>
            </a:extLst>
          </p:cNvPr>
          <p:cNvSpPr>
            <a:spLocks noGrp="1"/>
          </p:cNvSpPr>
          <p:nvPr>
            <p:ph sz="quarter" idx="33"/>
          </p:nvPr>
        </p:nvSpPr>
        <p:spPr bwMode="gray">
          <a:xfrm>
            <a:off x="2765498" y="844154"/>
            <a:ext cx="621000" cy="388739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27" name="Inhaltsplatzhalter 22">
            <a:extLst>
              <a:ext uri="{FF2B5EF4-FFF2-40B4-BE49-F238E27FC236}">
                <a16:creationId xmlns:a16="http://schemas.microsoft.com/office/drawing/2014/main" id="{83AAD311-79A9-8EA4-F88E-19DBD6332B7F}"/>
              </a:ext>
            </a:extLst>
          </p:cNvPr>
          <p:cNvSpPr>
            <a:spLocks noGrp="1"/>
          </p:cNvSpPr>
          <p:nvPr>
            <p:ph sz="quarter" idx="34"/>
          </p:nvPr>
        </p:nvSpPr>
        <p:spPr bwMode="gray">
          <a:xfrm>
            <a:off x="3513499" y="844154"/>
            <a:ext cx="621000" cy="388739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28" name="Inhaltsplatzhalter 22">
            <a:extLst>
              <a:ext uri="{FF2B5EF4-FFF2-40B4-BE49-F238E27FC236}">
                <a16:creationId xmlns:a16="http://schemas.microsoft.com/office/drawing/2014/main" id="{29D90A2D-813F-E86C-25C9-5FE88BB33575}"/>
              </a:ext>
            </a:extLst>
          </p:cNvPr>
          <p:cNvSpPr>
            <a:spLocks noGrp="1"/>
          </p:cNvSpPr>
          <p:nvPr>
            <p:ph sz="quarter" idx="35"/>
          </p:nvPr>
        </p:nvSpPr>
        <p:spPr bwMode="gray">
          <a:xfrm>
            <a:off x="4261500" y="844154"/>
            <a:ext cx="621000" cy="388739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29" name="Inhaltsplatzhalter 22">
            <a:extLst>
              <a:ext uri="{FF2B5EF4-FFF2-40B4-BE49-F238E27FC236}">
                <a16:creationId xmlns:a16="http://schemas.microsoft.com/office/drawing/2014/main" id="{9633055A-45A1-F5E6-D9FF-A0127529D226}"/>
              </a:ext>
            </a:extLst>
          </p:cNvPr>
          <p:cNvSpPr>
            <a:spLocks noGrp="1"/>
          </p:cNvSpPr>
          <p:nvPr>
            <p:ph sz="quarter" idx="36"/>
          </p:nvPr>
        </p:nvSpPr>
        <p:spPr bwMode="gray">
          <a:xfrm>
            <a:off x="5009501" y="844154"/>
            <a:ext cx="621000" cy="388739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30" name="Inhaltsplatzhalter 22">
            <a:extLst>
              <a:ext uri="{FF2B5EF4-FFF2-40B4-BE49-F238E27FC236}">
                <a16:creationId xmlns:a16="http://schemas.microsoft.com/office/drawing/2014/main" id="{F8C68571-F52B-039C-8566-80BE911210FB}"/>
              </a:ext>
            </a:extLst>
          </p:cNvPr>
          <p:cNvSpPr>
            <a:spLocks noGrp="1"/>
          </p:cNvSpPr>
          <p:nvPr>
            <p:ph sz="quarter" idx="37"/>
          </p:nvPr>
        </p:nvSpPr>
        <p:spPr bwMode="gray">
          <a:xfrm>
            <a:off x="5757503" y="844154"/>
            <a:ext cx="621000" cy="388739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31" name="Inhaltsplatzhalter 22">
            <a:extLst>
              <a:ext uri="{FF2B5EF4-FFF2-40B4-BE49-F238E27FC236}">
                <a16:creationId xmlns:a16="http://schemas.microsoft.com/office/drawing/2014/main" id="{21B27FD6-C4EF-A6C8-D24D-1D2FD61C5DFD}"/>
              </a:ext>
            </a:extLst>
          </p:cNvPr>
          <p:cNvSpPr>
            <a:spLocks noGrp="1"/>
          </p:cNvSpPr>
          <p:nvPr>
            <p:ph sz="quarter" idx="38"/>
          </p:nvPr>
        </p:nvSpPr>
        <p:spPr bwMode="gray">
          <a:xfrm>
            <a:off x="6505504" y="844154"/>
            <a:ext cx="621000" cy="388739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32" name="Inhaltsplatzhalter 22">
            <a:extLst>
              <a:ext uri="{FF2B5EF4-FFF2-40B4-BE49-F238E27FC236}">
                <a16:creationId xmlns:a16="http://schemas.microsoft.com/office/drawing/2014/main" id="{5B638E2E-FC45-D323-47EF-E55E10E9F9E0}"/>
              </a:ext>
            </a:extLst>
          </p:cNvPr>
          <p:cNvSpPr>
            <a:spLocks noGrp="1"/>
          </p:cNvSpPr>
          <p:nvPr>
            <p:ph sz="quarter" idx="39"/>
          </p:nvPr>
        </p:nvSpPr>
        <p:spPr bwMode="gray">
          <a:xfrm>
            <a:off x="7253505" y="844154"/>
            <a:ext cx="621000" cy="388739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33" name="Inhaltsplatzhalter 22">
            <a:extLst>
              <a:ext uri="{FF2B5EF4-FFF2-40B4-BE49-F238E27FC236}">
                <a16:creationId xmlns:a16="http://schemas.microsoft.com/office/drawing/2014/main" id="{6CDE7E08-BAC9-4374-7513-06F8564968CE}"/>
              </a:ext>
            </a:extLst>
          </p:cNvPr>
          <p:cNvSpPr>
            <a:spLocks noGrp="1"/>
          </p:cNvSpPr>
          <p:nvPr>
            <p:ph sz="quarter" idx="40"/>
          </p:nvPr>
        </p:nvSpPr>
        <p:spPr bwMode="gray">
          <a:xfrm>
            <a:off x="8001507" y="844154"/>
            <a:ext cx="621000" cy="3887390"/>
          </a:xfrm>
          <a:solidFill>
            <a:schemeClr val="bg1">
              <a:lumMod val="95000"/>
            </a:schemeClr>
          </a:solidFill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34" name="Titel 33">
            <a:extLst>
              <a:ext uri="{FF2B5EF4-FFF2-40B4-BE49-F238E27FC236}">
                <a16:creationId xmlns:a16="http://schemas.microsoft.com/office/drawing/2014/main" id="{3AAAE01C-2F26-CA06-C88A-9CD5D5C27B9C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320821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ED3C02-C333-CEDA-E07E-4478CDFC635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59318CB-83E3-F25F-33DC-44DDBEBE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CAE219E8-8661-7E41-A455-1034A31CE16E}" type="datetime1">
              <a:rPr lang="en-US" smtClean="0"/>
              <a:t>8/29/2026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C32B3B-6EF9-FF7F-CD46-7B4AAC5A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BEB506-D959-87F7-AE39-613AA81A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cxnSp>
        <p:nvCxnSpPr>
          <p:cNvPr id="6" name="Linie 1">
            <a:extLst>
              <a:ext uri="{FF2B5EF4-FFF2-40B4-BE49-F238E27FC236}">
                <a16:creationId xmlns:a16="http://schemas.microsoft.com/office/drawing/2014/main" id="{397E1C5D-C5CA-D760-7A90-8203DEF5B9EA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0" y="4566857"/>
            <a:ext cx="9144000" cy="7824"/>
          </a:xfrm>
          <a:prstGeom prst="line">
            <a:avLst/>
          </a:prstGeom>
          <a:ln w="254000">
            <a:gradFill>
              <a:gsLst>
                <a:gs pos="0">
                  <a:schemeClr val="bg1">
                    <a:lumMod val="75000"/>
                    <a:alpha val="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5400000" scaled="1"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Linie 2">
            <a:extLst>
              <a:ext uri="{FF2B5EF4-FFF2-40B4-BE49-F238E27FC236}">
                <a16:creationId xmlns:a16="http://schemas.microsoft.com/office/drawing/2014/main" id="{9BDBB396-BD7F-CE29-A3FD-BF93EAFE357D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4574681"/>
            <a:ext cx="9144000" cy="20"/>
          </a:xfrm>
          <a:prstGeom prst="line">
            <a:avLst/>
          </a:prstGeom>
          <a:ln w="254000">
            <a:gradFill>
              <a:gsLst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  <a:gs pos="0">
                  <a:schemeClr val="bg1"/>
                </a:gs>
                <a:gs pos="100000">
                  <a:schemeClr val="bg1"/>
                </a:gs>
              </a:gsLst>
              <a:lin ang="0" scaled="0"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iMac 27''">
            <a:extLst>
              <a:ext uri="{FF2B5EF4-FFF2-40B4-BE49-F238E27FC236}">
                <a16:creationId xmlns:a16="http://schemas.microsoft.com/office/drawing/2014/main" id="{BF19C85E-24DF-96A8-49F6-90B42AAD0E1D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2731487" y="1244291"/>
            <a:ext cx="4138228" cy="3330391"/>
            <a:chOff x="12492681" y="1580400"/>
            <a:chExt cx="5254892" cy="4230000"/>
          </a:xfrm>
        </p:grpSpPr>
        <p:grpSp>
          <p:nvGrpSpPr>
            <p:cNvPr id="9" name="Fuß">
              <a:extLst>
                <a:ext uri="{FF2B5EF4-FFF2-40B4-BE49-F238E27FC236}">
                  <a16:creationId xmlns:a16="http://schemas.microsoft.com/office/drawing/2014/main" id="{8558F2D9-5C59-00CA-2101-0E85CB24EDBC}"/>
                </a:ext>
              </a:extLst>
            </p:cNvPr>
            <p:cNvGrpSpPr>
              <a:grpSpLocks noChangeAspect="1"/>
            </p:cNvGrpSpPr>
            <p:nvPr userDrawn="1"/>
          </p:nvGrpSpPr>
          <p:grpSpPr bwMode="gray">
            <a:xfrm>
              <a:off x="14320411" y="4710855"/>
              <a:ext cx="1599384" cy="1099545"/>
              <a:chOff x="14320411" y="4710855"/>
              <a:chExt cx="1599384" cy="1099545"/>
            </a:xfrm>
          </p:grpSpPr>
          <p:sp>
            <p:nvSpPr>
              <p:cNvPr id="15" name="Grafik 9">
                <a:extLst>
                  <a:ext uri="{FF2B5EF4-FFF2-40B4-BE49-F238E27FC236}">
                    <a16:creationId xmlns:a16="http://schemas.microsoft.com/office/drawing/2014/main" id="{8C643A97-6767-53C0-6844-77A81500890C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4321052" y="4710855"/>
                <a:ext cx="1598400" cy="1079648"/>
              </a:xfrm>
              <a:custGeom>
                <a:avLst/>
                <a:gdLst>
                  <a:gd name="connsiteX0" fmla="*/ 2451926 w 3056572"/>
                  <a:gd name="connsiteY0" fmla="*/ 0 h 2064579"/>
                  <a:gd name="connsiteX1" fmla="*/ 2532412 w 3056572"/>
                  <a:gd name="connsiteY1" fmla="*/ 1382173 h 2064579"/>
                  <a:gd name="connsiteX2" fmla="*/ 2665762 w 3056572"/>
                  <a:gd name="connsiteY2" fmla="*/ 1884712 h 2064579"/>
                  <a:gd name="connsiteX3" fmla="*/ 3056573 w 3056572"/>
                  <a:gd name="connsiteY3" fmla="*/ 2044637 h 2064579"/>
                  <a:gd name="connsiteX4" fmla="*/ 1528286 w 3056572"/>
                  <a:gd name="connsiteY4" fmla="*/ 2063591 h 2064579"/>
                  <a:gd name="connsiteX5" fmla="*/ 0 w 3056572"/>
                  <a:gd name="connsiteY5" fmla="*/ 2044637 h 2064579"/>
                  <a:gd name="connsiteX6" fmla="*/ 390811 w 3056572"/>
                  <a:gd name="connsiteY6" fmla="*/ 1884712 h 2064579"/>
                  <a:gd name="connsiteX7" fmla="*/ 505111 w 3056572"/>
                  <a:gd name="connsiteY7" fmla="*/ 1382173 h 2064579"/>
                  <a:gd name="connsiteX8" fmla="*/ 585597 w 3056572"/>
                  <a:gd name="connsiteY8" fmla="*/ 0 h 2064579"/>
                  <a:gd name="connsiteX9" fmla="*/ 2451926 w 3056572"/>
                  <a:gd name="connsiteY9" fmla="*/ 0 h 2064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56572" h="2064579">
                    <a:moveTo>
                      <a:pt x="2451926" y="0"/>
                    </a:moveTo>
                    <a:cubicBezTo>
                      <a:pt x="2451926" y="0"/>
                      <a:pt x="2509838" y="1177004"/>
                      <a:pt x="2532412" y="1382173"/>
                    </a:cubicBezTo>
                    <a:cubicBezTo>
                      <a:pt x="2560130" y="1634300"/>
                      <a:pt x="2596991" y="1831753"/>
                      <a:pt x="2665762" y="1884712"/>
                    </a:cubicBezTo>
                    <a:cubicBezTo>
                      <a:pt x="2754059" y="1952720"/>
                      <a:pt x="3056573" y="2018157"/>
                      <a:pt x="3056573" y="2044637"/>
                    </a:cubicBezTo>
                    <a:cubicBezTo>
                      <a:pt x="3056573" y="2071116"/>
                      <a:pt x="2906173" y="2063591"/>
                      <a:pt x="1528286" y="2063591"/>
                    </a:cubicBezTo>
                    <a:cubicBezTo>
                      <a:pt x="150400" y="2063591"/>
                      <a:pt x="0" y="2071116"/>
                      <a:pt x="0" y="2044637"/>
                    </a:cubicBezTo>
                    <a:cubicBezTo>
                      <a:pt x="0" y="2018157"/>
                      <a:pt x="302514" y="1952720"/>
                      <a:pt x="390811" y="1884712"/>
                    </a:cubicBezTo>
                    <a:cubicBezTo>
                      <a:pt x="459581" y="1831753"/>
                      <a:pt x="477393" y="1634204"/>
                      <a:pt x="505111" y="1382173"/>
                    </a:cubicBezTo>
                    <a:cubicBezTo>
                      <a:pt x="527780" y="1177004"/>
                      <a:pt x="585597" y="0"/>
                      <a:pt x="585597" y="0"/>
                    </a:cubicBezTo>
                    <a:lnTo>
                      <a:pt x="2451926" y="0"/>
                    </a:lnTo>
                    <a:close/>
                  </a:path>
                </a:pathLst>
              </a:custGeom>
              <a:solidFill>
                <a:schemeClr val="bg1"/>
              </a:solidFill>
              <a:ln w="635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 sz="1575"/>
              </a:p>
            </p:txBody>
          </p:sp>
          <p:sp>
            <p:nvSpPr>
              <p:cNvPr id="16" name="Freihandform: Form 15">
                <a:extLst>
                  <a:ext uri="{FF2B5EF4-FFF2-40B4-BE49-F238E27FC236}">
                    <a16:creationId xmlns:a16="http://schemas.microsoft.com/office/drawing/2014/main" id="{08078EDA-1A33-F014-7BDE-D16E4A90637E}"/>
                  </a:ext>
                </a:extLst>
              </p:cNvPr>
              <p:cNvSpPr/>
              <p:nvPr/>
            </p:nvSpPr>
            <p:spPr bwMode="gray">
              <a:xfrm>
                <a:off x="14320411" y="5780031"/>
                <a:ext cx="1599384" cy="30369"/>
              </a:xfrm>
              <a:custGeom>
                <a:avLst/>
                <a:gdLst>
                  <a:gd name="connsiteX0" fmla="*/ 866344 w 1732689"/>
                  <a:gd name="connsiteY0" fmla="*/ 10785 h 32900"/>
                  <a:gd name="connsiteX1" fmla="*/ 0 w 1732689"/>
                  <a:gd name="connsiteY1" fmla="*/ 40 h 32900"/>
                  <a:gd name="connsiteX2" fmla="*/ 0 w 1732689"/>
                  <a:gd name="connsiteY2" fmla="*/ 18236 h 32900"/>
                  <a:gd name="connsiteX3" fmla="*/ 866344 w 1732689"/>
                  <a:gd name="connsiteY3" fmla="*/ 32167 h 32900"/>
                  <a:gd name="connsiteX4" fmla="*/ 1732690 w 1732689"/>
                  <a:gd name="connsiteY4" fmla="*/ 18236 h 32900"/>
                  <a:gd name="connsiteX5" fmla="*/ 1732690 w 1732689"/>
                  <a:gd name="connsiteY5" fmla="*/ 40 h 32900"/>
                  <a:gd name="connsiteX6" fmla="*/ 866344 w 1732689"/>
                  <a:gd name="connsiteY6" fmla="*/ 10785 h 3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32689" h="32900">
                    <a:moveTo>
                      <a:pt x="866344" y="10785"/>
                    </a:moveTo>
                    <a:cubicBezTo>
                      <a:pt x="85257" y="10785"/>
                      <a:pt x="0" y="15050"/>
                      <a:pt x="0" y="40"/>
                    </a:cubicBezTo>
                    <a:cubicBezTo>
                      <a:pt x="0" y="-986"/>
                      <a:pt x="0" y="18236"/>
                      <a:pt x="0" y="18236"/>
                    </a:cubicBezTo>
                    <a:cubicBezTo>
                      <a:pt x="0" y="37728"/>
                      <a:pt x="85257" y="32167"/>
                      <a:pt x="866344" y="32167"/>
                    </a:cubicBezTo>
                    <a:cubicBezTo>
                      <a:pt x="1647432" y="32167"/>
                      <a:pt x="1732690" y="37728"/>
                      <a:pt x="1732690" y="18236"/>
                    </a:cubicBezTo>
                    <a:lnTo>
                      <a:pt x="1732690" y="40"/>
                    </a:lnTo>
                    <a:cubicBezTo>
                      <a:pt x="1732636" y="15104"/>
                      <a:pt x="1647216" y="10785"/>
                      <a:pt x="866344" y="10785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75"/>
              </a:p>
            </p:txBody>
          </p:sp>
        </p:grpSp>
        <p:grpSp>
          <p:nvGrpSpPr>
            <p:cNvPr id="10" name="Bildschirm">
              <a:extLst>
                <a:ext uri="{FF2B5EF4-FFF2-40B4-BE49-F238E27FC236}">
                  <a16:creationId xmlns:a16="http://schemas.microsoft.com/office/drawing/2014/main" id="{AF51D7EC-7413-148C-B0F7-480D77F3237A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12492681" y="1580400"/>
              <a:ext cx="5254892" cy="3612645"/>
              <a:chOff x="15786068" y="1136714"/>
              <a:chExt cx="5246890" cy="3607144"/>
            </a:xfrm>
          </p:grpSpPr>
          <p:sp>
            <p:nvSpPr>
              <p:cNvPr id="11" name="Freihandform: Form 10">
                <a:extLst>
                  <a:ext uri="{FF2B5EF4-FFF2-40B4-BE49-F238E27FC236}">
                    <a16:creationId xmlns:a16="http://schemas.microsoft.com/office/drawing/2014/main" id="{9BA99B32-17ED-B393-0679-3600DD74D568}"/>
                  </a:ext>
                </a:extLst>
              </p:cNvPr>
              <p:cNvSpPr/>
              <p:nvPr/>
            </p:nvSpPr>
            <p:spPr bwMode="gray">
              <a:xfrm>
                <a:off x="15786068" y="1136714"/>
                <a:ext cx="5246842" cy="3602168"/>
              </a:xfrm>
              <a:custGeom>
                <a:avLst/>
                <a:gdLst>
                  <a:gd name="connsiteX0" fmla="*/ 5539747 w 5692821"/>
                  <a:gd name="connsiteY0" fmla="*/ 3908351 h 3908351"/>
                  <a:gd name="connsiteX1" fmla="*/ 153075 w 5692821"/>
                  <a:gd name="connsiteY1" fmla="*/ 3908351 h 3908351"/>
                  <a:gd name="connsiteX2" fmla="*/ 0 w 5692821"/>
                  <a:gd name="connsiteY2" fmla="*/ 3755276 h 3908351"/>
                  <a:gd name="connsiteX3" fmla="*/ 0 w 5692821"/>
                  <a:gd name="connsiteY3" fmla="*/ 153075 h 3908351"/>
                  <a:gd name="connsiteX4" fmla="*/ 153075 w 5692821"/>
                  <a:gd name="connsiteY4" fmla="*/ 0 h 3908351"/>
                  <a:gd name="connsiteX5" fmla="*/ 5539747 w 5692821"/>
                  <a:gd name="connsiteY5" fmla="*/ 0 h 3908351"/>
                  <a:gd name="connsiteX6" fmla="*/ 5692822 w 5692821"/>
                  <a:gd name="connsiteY6" fmla="*/ 153075 h 3908351"/>
                  <a:gd name="connsiteX7" fmla="*/ 5692822 w 5692821"/>
                  <a:gd name="connsiteY7" fmla="*/ 3755330 h 3908351"/>
                  <a:gd name="connsiteX8" fmla="*/ 5539747 w 5692821"/>
                  <a:gd name="connsiteY8" fmla="*/ 3908351 h 3908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92821" h="3908351">
                    <a:moveTo>
                      <a:pt x="5539747" y="3908351"/>
                    </a:moveTo>
                    <a:lnTo>
                      <a:pt x="153075" y="3908351"/>
                    </a:lnTo>
                    <a:cubicBezTo>
                      <a:pt x="68897" y="3908351"/>
                      <a:pt x="0" y="3839454"/>
                      <a:pt x="0" y="3755276"/>
                    </a:cubicBezTo>
                    <a:lnTo>
                      <a:pt x="0" y="153075"/>
                    </a:lnTo>
                    <a:cubicBezTo>
                      <a:pt x="0" y="68897"/>
                      <a:pt x="68897" y="0"/>
                      <a:pt x="153075" y="0"/>
                    </a:cubicBezTo>
                    <a:lnTo>
                      <a:pt x="5539747" y="0"/>
                    </a:lnTo>
                    <a:cubicBezTo>
                      <a:pt x="5623925" y="0"/>
                      <a:pt x="5692822" y="68897"/>
                      <a:pt x="5692822" y="153075"/>
                    </a:cubicBezTo>
                    <a:lnTo>
                      <a:pt x="5692822" y="3755330"/>
                    </a:lnTo>
                    <a:cubicBezTo>
                      <a:pt x="5692822" y="3839508"/>
                      <a:pt x="5623925" y="3908351"/>
                      <a:pt x="5539747" y="3908351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 cap="rnd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US" sz="1488"/>
              </a:p>
            </p:txBody>
          </p:sp>
          <p:sp>
            <p:nvSpPr>
              <p:cNvPr id="12" name="Freihandform: Form 11">
                <a:extLst>
                  <a:ext uri="{FF2B5EF4-FFF2-40B4-BE49-F238E27FC236}">
                    <a16:creationId xmlns:a16="http://schemas.microsoft.com/office/drawing/2014/main" id="{C227C736-6F16-3069-9B4F-32231E413F28}"/>
                  </a:ext>
                </a:extLst>
              </p:cNvPr>
              <p:cNvSpPr/>
              <p:nvPr/>
            </p:nvSpPr>
            <p:spPr bwMode="gray">
              <a:xfrm>
                <a:off x="15786116" y="1136714"/>
                <a:ext cx="5246842" cy="3125073"/>
              </a:xfrm>
              <a:custGeom>
                <a:avLst/>
                <a:gdLst>
                  <a:gd name="connsiteX0" fmla="*/ 5692768 w 5692821"/>
                  <a:gd name="connsiteY0" fmla="*/ 3390704 h 3390703"/>
                  <a:gd name="connsiteX1" fmla="*/ 0 w 5692821"/>
                  <a:gd name="connsiteY1" fmla="*/ 3390704 h 3390703"/>
                  <a:gd name="connsiteX2" fmla="*/ 0 w 5692821"/>
                  <a:gd name="connsiteY2" fmla="*/ 153075 h 3390703"/>
                  <a:gd name="connsiteX3" fmla="*/ 153075 w 5692821"/>
                  <a:gd name="connsiteY3" fmla="*/ 0 h 3390703"/>
                  <a:gd name="connsiteX4" fmla="*/ 5539747 w 5692821"/>
                  <a:gd name="connsiteY4" fmla="*/ 0 h 3390703"/>
                  <a:gd name="connsiteX5" fmla="*/ 5692822 w 5692821"/>
                  <a:gd name="connsiteY5" fmla="*/ 153075 h 3390703"/>
                  <a:gd name="connsiteX6" fmla="*/ 5692822 w 5692821"/>
                  <a:gd name="connsiteY6" fmla="*/ 3390704 h 3390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692821" h="3390703">
                    <a:moveTo>
                      <a:pt x="5692768" y="3390704"/>
                    </a:moveTo>
                    <a:lnTo>
                      <a:pt x="0" y="3390704"/>
                    </a:lnTo>
                    <a:lnTo>
                      <a:pt x="0" y="153075"/>
                    </a:lnTo>
                    <a:cubicBezTo>
                      <a:pt x="0" y="68897"/>
                      <a:pt x="68897" y="0"/>
                      <a:pt x="153075" y="0"/>
                    </a:cubicBezTo>
                    <a:lnTo>
                      <a:pt x="5539747" y="0"/>
                    </a:lnTo>
                    <a:cubicBezTo>
                      <a:pt x="5623925" y="0"/>
                      <a:pt x="5692822" y="68897"/>
                      <a:pt x="5692822" y="153075"/>
                    </a:cubicBezTo>
                    <a:lnTo>
                      <a:pt x="5692822" y="3390704"/>
                    </a:lnTo>
                    <a:close/>
                  </a:path>
                </a:pathLst>
              </a:custGeom>
              <a:solidFill>
                <a:schemeClr val="bg1"/>
              </a:solidFill>
              <a:ln w="6350" cap="rnd">
                <a:solidFill>
                  <a:schemeClr val="tx1"/>
                </a:solidFill>
                <a:prstDash val="solid"/>
                <a:round/>
              </a:ln>
            </p:spPr>
            <p:txBody>
              <a:bodyPr lIns="0" tIns="0" rIns="0" bIns="0" rtlCol="0" anchor="ctr"/>
              <a:lstStyle/>
              <a:p>
                <a:endParaRPr lang="en-US" sz="1488"/>
              </a:p>
            </p:txBody>
          </p:sp>
          <p:sp>
            <p:nvSpPr>
              <p:cNvPr id="13" name="Freihandform: Form 12">
                <a:extLst>
                  <a:ext uri="{FF2B5EF4-FFF2-40B4-BE49-F238E27FC236}">
                    <a16:creationId xmlns:a16="http://schemas.microsoft.com/office/drawing/2014/main" id="{072CAF29-5534-4B1F-3D7E-2C6A5B65188E}"/>
                  </a:ext>
                </a:extLst>
              </p:cNvPr>
              <p:cNvSpPr/>
              <p:nvPr/>
            </p:nvSpPr>
            <p:spPr bwMode="gray">
              <a:xfrm>
                <a:off x="20891827" y="4738882"/>
                <a:ext cx="50" cy="4976"/>
              </a:xfrm>
              <a:custGeom>
                <a:avLst/>
                <a:gdLst>
                  <a:gd name="connsiteX0" fmla="*/ 54 w 54"/>
                  <a:gd name="connsiteY0" fmla="*/ 0 h 5399"/>
                  <a:gd name="connsiteX1" fmla="*/ 0 w 54"/>
                  <a:gd name="connsiteY1" fmla="*/ 0 h 5399"/>
                  <a:gd name="connsiteX2" fmla="*/ 54 w 54"/>
                  <a:gd name="connsiteY2" fmla="*/ 0 h 5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4" h="5399">
                    <a:moveTo>
                      <a:pt x="54" y="0"/>
                    </a:moveTo>
                    <a:lnTo>
                      <a:pt x="0" y="0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5399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US" sz="1488"/>
              </a:p>
            </p:txBody>
          </p:sp>
          <p:sp>
            <p:nvSpPr>
              <p:cNvPr id="14" name="Freihandform: Form 13">
                <a:extLst>
                  <a:ext uri="{FF2B5EF4-FFF2-40B4-BE49-F238E27FC236}">
                    <a16:creationId xmlns:a16="http://schemas.microsoft.com/office/drawing/2014/main" id="{C255372F-5441-EF39-0DDE-586DCD1D2AEC}"/>
                  </a:ext>
                </a:extLst>
              </p:cNvPr>
              <p:cNvSpPr/>
              <p:nvPr/>
            </p:nvSpPr>
            <p:spPr bwMode="gray">
              <a:xfrm>
                <a:off x="20927037" y="4738857"/>
                <a:ext cx="50" cy="4976"/>
              </a:xfrm>
              <a:custGeom>
                <a:avLst/>
                <a:gdLst>
                  <a:gd name="connsiteX0" fmla="*/ 54 w 54"/>
                  <a:gd name="connsiteY0" fmla="*/ 0 h 5399"/>
                  <a:gd name="connsiteX1" fmla="*/ 0 w 54"/>
                  <a:gd name="connsiteY1" fmla="*/ 0 h 5399"/>
                  <a:gd name="connsiteX2" fmla="*/ 54 w 54"/>
                  <a:gd name="connsiteY2" fmla="*/ 0 h 5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4" h="5399">
                    <a:moveTo>
                      <a:pt x="54" y="0"/>
                    </a:moveTo>
                    <a:lnTo>
                      <a:pt x="0" y="0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5399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US" sz="1488"/>
              </a:p>
            </p:txBody>
          </p:sp>
        </p:grpSp>
      </p:grpSp>
      <p:sp>
        <p:nvSpPr>
          <p:cNvPr id="17" name="Bild 1">
            <a:extLst>
              <a:ext uri="{FF2B5EF4-FFF2-40B4-BE49-F238E27FC236}">
                <a16:creationId xmlns:a16="http://schemas.microsoft.com/office/drawing/2014/main" id="{EDB15B39-265E-1B94-718D-6D56E8048638}"/>
              </a:ext>
            </a:extLst>
          </p:cNvPr>
          <p:cNvSpPr>
            <a:spLocks noGrp="1" noChangeAspect="1"/>
          </p:cNvSpPr>
          <p:nvPr>
            <p:ph type="pic" sz="quarter" idx="18"/>
          </p:nvPr>
        </p:nvSpPr>
        <p:spPr bwMode="gray">
          <a:xfrm>
            <a:off x="2898413" y="1412323"/>
            <a:ext cx="3804570" cy="2131451"/>
          </a:xfrm>
          <a:custGeom>
            <a:avLst/>
            <a:gdLst>
              <a:gd name="connsiteX0" fmla="*/ 0 w 4831200"/>
              <a:gd name="connsiteY0" fmla="*/ 0 h 2707200"/>
              <a:gd name="connsiteX1" fmla="*/ 4831200 w 4831200"/>
              <a:gd name="connsiteY1" fmla="*/ 0 h 2707200"/>
              <a:gd name="connsiteX2" fmla="*/ 4831200 w 4831200"/>
              <a:gd name="connsiteY2" fmla="*/ 2158113 h 2707200"/>
              <a:gd name="connsiteX3" fmla="*/ 3643864 w 4831200"/>
              <a:gd name="connsiteY3" fmla="*/ 2158113 h 2707200"/>
              <a:gd name="connsiteX4" fmla="*/ 3549352 w 4831200"/>
              <a:gd name="connsiteY4" fmla="*/ 2252625 h 2707200"/>
              <a:gd name="connsiteX5" fmla="*/ 3549352 w 4831200"/>
              <a:gd name="connsiteY5" fmla="*/ 2282984 h 2707200"/>
              <a:gd name="connsiteX6" fmla="*/ 3549352 w 4831200"/>
              <a:gd name="connsiteY6" fmla="*/ 2707200 h 2707200"/>
              <a:gd name="connsiteX7" fmla="*/ 1073232 w 4831200"/>
              <a:gd name="connsiteY7" fmla="*/ 2707200 h 2707200"/>
              <a:gd name="connsiteX8" fmla="*/ 1073232 w 4831200"/>
              <a:gd name="connsiteY8" fmla="*/ 1967209 h 2707200"/>
              <a:gd name="connsiteX9" fmla="*/ 1073232 w 4831200"/>
              <a:gd name="connsiteY9" fmla="*/ 1941049 h 2707200"/>
              <a:gd name="connsiteX10" fmla="*/ 986465 w 4831200"/>
              <a:gd name="connsiteY10" fmla="*/ 1854283 h 2707200"/>
              <a:gd name="connsiteX11" fmla="*/ 0 w 4831200"/>
              <a:gd name="connsiteY11" fmla="*/ 1854283 h 270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31200" h="2707200">
                <a:moveTo>
                  <a:pt x="0" y="0"/>
                </a:moveTo>
                <a:lnTo>
                  <a:pt x="4831200" y="0"/>
                </a:lnTo>
                <a:lnTo>
                  <a:pt x="4831200" y="2158113"/>
                </a:lnTo>
                <a:lnTo>
                  <a:pt x="3643864" y="2158113"/>
                </a:lnTo>
                <a:cubicBezTo>
                  <a:pt x="3591891" y="2158113"/>
                  <a:pt x="3549352" y="2200652"/>
                  <a:pt x="3549352" y="2252625"/>
                </a:cubicBezTo>
                <a:lnTo>
                  <a:pt x="3549352" y="2282984"/>
                </a:lnTo>
                <a:lnTo>
                  <a:pt x="3549352" y="2707200"/>
                </a:lnTo>
                <a:lnTo>
                  <a:pt x="1073232" y="2707200"/>
                </a:lnTo>
                <a:lnTo>
                  <a:pt x="1073232" y="1967209"/>
                </a:lnTo>
                <a:lnTo>
                  <a:pt x="1073232" y="1941049"/>
                </a:lnTo>
                <a:cubicBezTo>
                  <a:pt x="1073232" y="1893215"/>
                  <a:pt x="1034300" y="1854283"/>
                  <a:pt x="986465" y="1854283"/>
                </a:cubicBezTo>
                <a:lnTo>
                  <a:pt x="0" y="1854283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144000" tIns="144000" rIns="144000" bIns="144000" rtlCol="0">
            <a:noAutofit/>
          </a:bodyPr>
          <a:lstStyle>
            <a:lvl1pPr>
              <a:defRPr lang="en-US"/>
            </a:lvl1pPr>
          </a:lstStyle>
          <a:p>
            <a:pPr lvl="0">
              <a:buFont typeface="Arial" panose="020B0604020202020204" pitchFamily="34" charset="0"/>
              <a:buNone/>
            </a:pPr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8" name="MacBookAir">
            <a:extLst>
              <a:ext uri="{FF2B5EF4-FFF2-40B4-BE49-F238E27FC236}">
                <a16:creationId xmlns:a16="http://schemas.microsoft.com/office/drawing/2014/main" id="{7C422BD1-C63F-2234-2008-26DDDB349EF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1040281" y="2872250"/>
            <a:ext cx="2976008" cy="1702451"/>
            <a:chOff x="1320992" y="3648105"/>
            <a:chExt cx="3779057" cy="2162319"/>
          </a:xfrm>
          <a:effectLst/>
        </p:grpSpPr>
        <p:sp>
          <p:nvSpPr>
            <p:cNvPr id="19" name="Freihandform: Form 18">
              <a:extLst>
                <a:ext uri="{FF2B5EF4-FFF2-40B4-BE49-F238E27FC236}">
                  <a16:creationId xmlns:a16="http://schemas.microsoft.com/office/drawing/2014/main" id="{C3F9081C-B7B3-1855-9625-EF5C9B2D9BB8}"/>
                </a:ext>
              </a:extLst>
            </p:cNvPr>
            <p:cNvSpPr/>
            <p:nvPr/>
          </p:nvSpPr>
          <p:spPr bwMode="gray">
            <a:xfrm>
              <a:off x="1671529" y="3648105"/>
              <a:ext cx="3086472" cy="2137321"/>
            </a:xfrm>
            <a:custGeom>
              <a:avLst/>
              <a:gdLst>
                <a:gd name="connsiteX0" fmla="*/ 123952 w 4409245"/>
                <a:gd name="connsiteY0" fmla="*/ 3053318 h 3053317"/>
                <a:gd name="connsiteX1" fmla="*/ 0 w 4409245"/>
                <a:gd name="connsiteY1" fmla="*/ 2929365 h 3053317"/>
                <a:gd name="connsiteX2" fmla="*/ 0 w 4409245"/>
                <a:gd name="connsiteY2" fmla="*/ 123952 h 3053317"/>
                <a:gd name="connsiteX3" fmla="*/ 123952 w 4409245"/>
                <a:gd name="connsiteY3" fmla="*/ 0 h 3053317"/>
                <a:gd name="connsiteX4" fmla="*/ 4285294 w 4409245"/>
                <a:gd name="connsiteY4" fmla="*/ 0 h 3053317"/>
                <a:gd name="connsiteX5" fmla="*/ 4409246 w 4409245"/>
                <a:gd name="connsiteY5" fmla="*/ 123952 h 3053317"/>
                <a:gd name="connsiteX6" fmla="*/ 4409246 w 4409245"/>
                <a:gd name="connsiteY6" fmla="*/ 2929365 h 3053317"/>
                <a:gd name="connsiteX7" fmla="*/ 4285294 w 4409245"/>
                <a:gd name="connsiteY7" fmla="*/ 3053318 h 3053317"/>
                <a:gd name="connsiteX8" fmla="*/ 123952 w 4409245"/>
                <a:gd name="connsiteY8" fmla="*/ 3053318 h 3053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09245" h="3053317">
                  <a:moveTo>
                    <a:pt x="123952" y="3053318"/>
                  </a:moveTo>
                  <a:cubicBezTo>
                    <a:pt x="55617" y="3053318"/>
                    <a:pt x="0" y="2997701"/>
                    <a:pt x="0" y="2929365"/>
                  </a:cubicBezTo>
                  <a:lnTo>
                    <a:pt x="0" y="123952"/>
                  </a:lnTo>
                  <a:cubicBezTo>
                    <a:pt x="0" y="55617"/>
                    <a:pt x="55617" y="0"/>
                    <a:pt x="123952" y="0"/>
                  </a:cubicBezTo>
                  <a:lnTo>
                    <a:pt x="4285294" y="0"/>
                  </a:lnTo>
                  <a:cubicBezTo>
                    <a:pt x="4353629" y="0"/>
                    <a:pt x="4409246" y="55617"/>
                    <a:pt x="4409246" y="123952"/>
                  </a:cubicBezTo>
                  <a:lnTo>
                    <a:pt x="4409246" y="2929365"/>
                  </a:lnTo>
                  <a:cubicBezTo>
                    <a:pt x="4409246" y="2997701"/>
                    <a:pt x="4353629" y="3053318"/>
                    <a:pt x="4285294" y="3053318"/>
                  </a:cubicBezTo>
                  <a:lnTo>
                    <a:pt x="123952" y="3053318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  <p:sp>
          <p:nvSpPr>
            <p:cNvPr id="20" name="Freihandform: Form 19">
              <a:extLst>
                <a:ext uri="{FF2B5EF4-FFF2-40B4-BE49-F238E27FC236}">
                  <a16:creationId xmlns:a16="http://schemas.microsoft.com/office/drawing/2014/main" id="{EBB87932-7A13-B487-B671-03B9BC9DB836}"/>
                </a:ext>
              </a:extLst>
            </p:cNvPr>
            <p:cNvSpPr/>
            <p:nvPr/>
          </p:nvSpPr>
          <p:spPr bwMode="gray">
            <a:xfrm>
              <a:off x="1679074" y="3655650"/>
              <a:ext cx="3071420" cy="2122232"/>
            </a:xfrm>
            <a:custGeom>
              <a:avLst/>
              <a:gdLst>
                <a:gd name="connsiteX0" fmla="*/ 4387743 w 4387742"/>
                <a:gd name="connsiteY0" fmla="*/ 2918587 h 3031760"/>
                <a:gd name="connsiteX1" fmla="*/ 4274569 w 4387742"/>
                <a:gd name="connsiteY1" fmla="*/ 3031761 h 3031760"/>
                <a:gd name="connsiteX2" fmla="*/ 113174 w 4387742"/>
                <a:gd name="connsiteY2" fmla="*/ 3031761 h 3031760"/>
                <a:gd name="connsiteX3" fmla="*/ 0 w 4387742"/>
                <a:gd name="connsiteY3" fmla="*/ 2918587 h 3031760"/>
                <a:gd name="connsiteX4" fmla="*/ 0 w 4387742"/>
                <a:gd name="connsiteY4" fmla="*/ 113174 h 3031760"/>
                <a:gd name="connsiteX5" fmla="*/ 113174 w 4387742"/>
                <a:gd name="connsiteY5" fmla="*/ 0 h 3031760"/>
                <a:gd name="connsiteX6" fmla="*/ 4274515 w 4387742"/>
                <a:gd name="connsiteY6" fmla="*/ 0 h 3031760"/>
                <a:gd name="connsiteX7" fmla="*/ 4387689 w 4387742"/>
                <a:gd name="connsiteY7" fmla="*/ 113174 h 3031760"/>
                <a:gd name="connsiteX8" fmla="*/ 4387689 w 4387742"/>
                <a:gd name="connsiteY8" fmla="*/ 2918587 h 30317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87742" h="3031760">
                  <a:moveTo>
                    <a:pt x="4387743" y="2918587"/>
                  </a:moveTo>
                  <a:cubicBezTo>
                    <a:pt x="4387743" y="2981102"/>
                    <a:pt x="4337084" y="3031761"/>
                    <a:pt x="4274569" y="3031761"/>
                  </a:cubicBezTo>
                  <a:lnTo>
                    <a:pt x="113174" y="3031761"/>
                  </a:lnTo>
                  <a:cubicBezTo>
                    <a:pt x="50659" y="3031761"/>
                    <a:pt x="0" y="2981102"/>
                    <a:pt x="0" y="2918587"/>
                  </a:cubicBezTo>
                  <a:lnTo>
                    <a:pt x="0" y="113174"/>
                  </a:lnTo>
                  <a:cubicBezTo>
                    <a:pt x="0" y="50659"/>
                    <a:pt x="50659" y="0"/>
                    <a:pt x="113174" y="0"/>
                  </a:cubicBezTo>
                  <a:lnTo>
                    <a:pt x="4274515" y="0"/>
                  </a:lnTo>
                  <a:cubicBezTo>
                    <a:pt x="4337030" y="0"/>
                    <a:pt x="4387689" y="50659"/>
                    <a:pt x="4387689" y="113174"/>
                  </a:cubicBezTo>
                  <a:lnTo>
                    <a:pt x="4387689" y="2918587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  <p:sp>
          <p:nvSpPr>
            <p:cNvPr id="21" name="Freihandform: Form 20">
              <a:extLst>
                <a:ext uri="{FF2B5EF4-FFF2-40B4-BE49-F238E27FC236}">
                  <a16:creationId xmlns:a16="http://schemas.microsoft.com/office/drawing/2014/main" id="{CA0FF636-0199-6212-C6D5-2C42B59425A4}"/>
                </a:ext>
              </a:extLst>
            </p:cNvPr>
            <p:cNvSpPr/>
            <p:nvPr/>
          </p:nvSpPr>
          <p:spPr bwMode="gray">
            <a:xfrm>
              <a:off x="1679074" y="5663392"/>
              <a:ext cx="3071382" cy="69488"/>
            </a:xfrm>
            <a:custGeom>
              <a:avLst/>
              <a:gdLst>
                <a:gd name="connsiteX0" fmla="*/ 0 w 4387688"/>
                <a:gd name="connsiteY0" fmla="*/ 50389 h 99269"/>
                <a:gd name="connsiteX1" fmla="*/ 11210 w 4387688"/>
                <a:gd name="connsiteY1" fmla="*/ 99269 h 99269"/>
                <a:gd name="connsiteX2" fmla="*/ 4376479 w 4387688"/>
                <a:gd name="connsiteY2" fmla="*/ 99269 h 99269"/>
                <a:gd name="connsiteX3" fmla="*/ 4387689 w 4387688"/>
                <a:gd name="connsiteY3" fmla="*/ 50389 h 99269"/>
                <a:gd name="connsiteX4" fmla="*/ 4387689 w 4387688"/>
                <a:gd name="connsiteY4" fmla="*/ 0 h 99269"/>
                <a:gd name="connsiteX5" fmla="*/ 0 w 4387688"/>
                <a:gd name="connsiteY5" fmla="*/ 0 h 99269"/>
                <a:gd name="connsiteX6" fmla="*/ 0 w 4387688"/>
                <a:gd name="connsiteY6" fmla="*/ 50389 h 99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88" h="99269">
                  <a:moveTo>
                    <a:pt x="0" y="50389"/>
                  </a:moveTo>
                  <a:cubicBezTo>
                    <a:pt x="0" y="67904"/>
                    <a:pt x="4096" y="84449"/>
                    <a:pt x="11210" y="99269"/>
                  </a:cubicBezTo>
                  <a:lnTo>
                    <a:pt x="4376479" y="99269"/>
                  </a:lnTo>
                  <a:cubicBezTo>
                    <a:pt x="4383593" y="84449"/>
                    <a:pt x="4387689" y="67958"/>
                    <a:pt x="4387689" y="50389"/>
                  </a:cubicBezTo>
                  <a:lnTo>
                    <a:pt x="4387689" y="0"/>
                  </a:lnTo>
                  <a:lnTo>
                    <a:pt x="0" y="0"/>
                  </a:lnTo>
                  <a:lnTo>
                    <a:pt x="0" y="50389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  <p:sp>
          <p:nvSpPr>
            <p:cNvPr id="22" name="Freihandform: Form 21">
              <a:extLst>
                <a:ext uri="{FF2B5EF4-FFF2-40B4-BE49-F238E27FC236}">
                  <a16:creationId xmlns:a16="http://schemas.microsoft.com/office/drawing/2014/main" id="{B885304B-D1A9-3A18-25B6-4461C023EC55}"/>
                </a:ext>
              </a:extLst>
            </p:cNvPr>
            <p:cNvSpPr/>
            <p:nvPr/>
          </p:nvSpPr>
          <p:spPr bwMode="gray">
            <a:xfrm>
              <a:off x="1320993" y="5743763"/>
              <a:ext cx="3779019" cy="66661"/>
            </a:xfrm>
            <a:custGeom>
              <a:avLst/>
              <a:gdLst>
                <a:gd name="connsiteX0" fmla="*/ 0 w 5398598"/>
                <a:gd name="connsiteY0" fmla="*/ 15523 h 95229"/>
                <a:gd name="connsiteX1" fmla="*/ 342647 w 5398598"/>
                <a:gd name="connsiteY1" fmla="*/ 86661 h 95229"/>
                <a:gd name="connsiteX2" fmla="*/ 628222 w 5398598"/>
                <a:gd name="connsiteY2" fmla="*/ 95229 h 95229"/>
                <a:gd name="connsiteX3" fmla="*/ 2730288 w 5398598"/>
                <a:gd name="connsiteY3" fmla="*/ 95229 h 95229"/>
                <a:gd name="connsiteX4" fmla="*/ 4833809 w 5398598"/>
                <a:gd name="connsiteY4" fmla="*/ 95229 h 95229"/>
                <a:gd name="connsiteX5" fmla="*/ 5398599 w 5398598"/>
                <a:gd name="connsiteY5" fmla="*/ 15577 h 95229"/>
                <a:gd name="connsiteX6" fmla="*/ 5378497 w 5398598"/>
                <a:gd name="connsiteY6" fmla="*/ 56 h 95229"/>
                <a:gd name="connsiteX7" fmla="*/ 7545 w 5398598"/>
                <a:gd name="connsiteY7" fmla="*/ 56 h 95229"/>
                <a:gd name="connsiteX8" fmla="*/ 0 w 5398598"/>
                <a:gd name="connsiteY8" fmla="*/ 15523 h 952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398598" h="95229">
                  <a:moveTo>
                    <a:pt x="0" y="15523"/>
                  </a:moveTo>
                  <a:cubicBezTo>
                    <a:pt x="0" y="15523"/>
                    <a:pt x="122335" y="66128"/>
                    <a:pt x="342647" y="86661"/>
                  </a:cubicBezTo>
                  <a:cubicBezTo>
                    <a:pt x="406186" y="92912"/>
                    <a:pt x="430060" y="95229"/>
                    <a:pt x="628222" y="95229"/>
                  </a:cubicBezTo>
                  <a:cubicBezTo>
                    <a:pt x="826383" y="95229"/>
                    <a:pt x="2730288" y="95229"/>
                    <a:pt x="2730288" y="95229"/>
                  </a:cubicBezTo>
                  <a:lnTo>
                    <a:pt x="4833809" y="95229"/>
                  </a:lnTo>
                  <a:cubicBezTo>
                    <a:pt x="4833809" y="95229"/>
                    <a:pt x="5310324" y="80193"/>
                    <a:pt x="5398599" y="15577"/>
                  </a:cubicBezTo>
                  <a:cubicBezTo>
                    <a:pt x="5398599" y="-1777"/>
                    <a:pt x="5378497" y="56"/>
                    <a:pt x="5378497" y="56"/>
                  </a:cubicBezTo>
                  <a:lnTo>
                    <a:pt x="7545" y="56"/>
                  </a:lnTo>
                  <a:cubicBezTo>
                    <a:pt x="7545" y="56"/>
                    <a:pt x="0" y="5768"/>
                    <a:pt x="0" y="15523"/>
                  </a:cubicBezTo>
                  <a:close/>
                </a:path>
              </a:pathLst>
            </a:custGeom>
            <a:solidFill>
              <a:schemeClr val="bg1"/>
            </a:solidFill>
            <a:ln w="5380" cap="flat">
              <a:solidFill>
                <a:schemeClr val="tx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de-DE" sz="1488" noProof="0"/>
            </a:p>
          </p:txBody>
        </p:sp>
        <p:sp>
          <p:nvSpPr>
            <p:cNvPr id="23" name="Freihandform: Form 22">
              <a:extLst>
                <a:ext uri="{FF2B5EF4-FFF2-40B4-BE49-F238E27FC236}">
                  <a16:creationId xmlns:a16="http://schemas.microsoft.com/office/drawing/2014/main" id="{2A1923B1-6F8A-64C0-4BCB-EC4C2BBEA1A0}"/>
                </a:ext>
              </a:extLst>
            </p:cNvPr>
            <p:cNvSpPr/>
            <p:nvPr/>
          </p:nvSpPr>
          <p:spPr bwMode="gray">
            <a:xfrm>
              <a:off x="1320992" y="5732899"/>
              <a:ext cx="3779057" cy="21692"/>
            </a:xfrm>
            <a:custGeom>
              <a:avLst/>
              <a:gdLst>
                <a:gd name="connsiteX0" fmla="*/ 0 w 5398652"/>
                <a:gd name="connsiteY0" fmla="*/ 0 h 30988"/>
                <a:gd name="connsiteX1" fmla="*/ 5398653 w 5398652"/>
                <a:gd name="connsiteY1" fmla="*/ 0 h 30988"/>
                <a:gd name="connsiteX2" fmla="*/ 5398653 w 5398652"/>
                <a:gd name="connsiteY2" fmla="*/ 30988 h 30988"/>
                <a:gd name="connsiteX3" fmla="*/ 0 w 5398652"/>
                <a:gd name="connsiteY3" fmla="*/ 30988 h 30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98652" h="30988">
                  <a:moveTo>
                    <a:pt x="0" y="0"/>
                  </a:moveTo>
                  <a:lnTo>
                    <a:pt x="5398653" y="0"/>
                  </a:lnTo>
                  <a:lnTo>
                    <a:pt x="5398653" y="30988"/>
                  </a:lnTo>
                  <a:lnTo>
                    <a:pt x="0" y="30988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de-DE" sz="1488" noProof="0"/>
            </a:p>
          </p:txBody>
        </p:sp>
        <p:sp>
          <p:nvSpPr>
            <p:cNvPr id="24" name="Freihandform: Form 23">
              <a:extLst>
                <a:ext uri="{FF2B5EF4-FFF2-40B4-BE49-F238E27FC236}">
                  <a16:creationId xmlns:a16="http://schemas.microsoft.com/office/drawing/2014/main" id="{34436A28-682A-2ACA-DDDD-A37A9BCAA7B5}"/>
                </a:ext>
              </a:extLst>
            </p:cNvPr>
            <p:cNvSpPr/>
            <p:nvPr/>
          </p:nvSpPr>
          <p:spPr bwMode="gray">
            <a:xfrm>
              <a:off x="2892786" y="5732859"/>
              <a:ext cx="638337" cy="30029"/>
            </a:xfrm>
            <a:custGeom>
              <a:avLst/>
              <a:gdLst>
                <a:gd name="connsiteX0" fmla="*/ 0 w 911910"/>
                <a:gd name="connsiteY0" fmla="*/ 0 h 42898"/>
                <a:gd name="connsiteX1" fmla="*/ 0 w 911910"/>
                <a:gd name="connsiteY1" fmla="*/ 30988 h 42898"/>
                <a:gd name="connsiteX2" fmla="*/ 25653 w 911910"/>
                <a:gd name="connsiteY2" fmla="*/ 33521 h 42898"/>
                <a:gd name="connsiteX3" fmla="*/ 53030 w 911910"/>
                <a:gd name="connsiteY3" fmla="*/ 41820 h 42898"/>
                <a:gd name="connsiteX4" fmla="*/ 70383 w 911910"/>
                <a:gd name="connsiteY4" fmla="*/ 42898 h 42898"/>
                <a:gd name="connsiteX5" fmla="*/ 841527 w 911910"/>
                <a:gd name="connsiteY5" fmla="*/ 42898 h 42898"/>
                <a:gd name="connsiteX6" fmla="*/ 858880 w 911910"/>
                <a:gd name="connsiteY6" fmla="*/ 41820 h 42898"/>
                <a:gd name="connsiteX7" fmla="*/ 886257 w 911910"/>
                <a:gd name="connsiteY7" fmla="*/ 33521 h 42898"/>
                <a:gd name="connsiteX8" fmla="*/ 911910 w 911910"/>
                <a:gd name="connsiteY8" fmla="*/ 30988 h 42898"/>
                <a:gd name="connsiteX9" fmla="*/ 911910 w 911910"/>
                <a:gd name="connsiteY9" fmla="*/ 0 h 42898"/>
                <a:gd name="connsiteX10" fmla="*/ 0 w 911910"/>
                <a:gd name="connsiteY10" fmla="*/ 0 h 4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11910" h="42898">
                  <a:moveTo>
                    <a:pt x="0" y="0"/>
                  </a:moveTo>
                  <a:lnTo>
                    <a:pt x="0" y="30988"/>
                  </a:lnTo>
                  <a:cubicBezTo>
                    <a:pt x="0" y="30988"/>
                    <a:pt x="16761" y="30826"/>
                    <a:pt x="25653" y="33521"/>
                  </a:cubicBezTo>
                  <a:cubicBezTo>
                    <a:pt x="36539" y="36755"/>
                    <a:pt x="45970" y="40689"/>
                    <a:pt x="53030" y="41820"/>
                  </a:cubicBezTo>
                  <a:cubicBezTo>
                    <a:pt x="56802" y="42413"/>
                    <a:pt x="70383" y="42898"/>
                    <a:pt x="70383" y="42898"/>
                  </a:cubicBezTo>
                  <a:lnTo>
                    <a:pt x="841527" y="42898"/>
                  </a:lnTo>
                  <a:cubicBezTo>
                    <a:pt x="841527" y="42898"/>
                    <a:pt x="855108" y="42413"/>
                    <a:pt x="858880" y="41820"/>
                  </a:cubicBezTo>
                  <a:cubicBezTo>
                    <a:pt x="865940" y="40689"/>
                    <a:pt x="875371" y="36808"/>
                    <a:pt x="886257" y="33521"/>
                  </a:cubicBezTo>
                  <a:cubicBezTo>
                    <a:pt x="895150" y="30880"/>
                    <a:pt x="911910" y="30988"/>
                    <a:pt x="911910" y="30988"/>
                  </a:cubicBezTo>
                  <a:lnTo>
                    <a:pt x="91191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</p:grpSp>
      <p:sp>
        <p:nvSpPr>
          <p:cNvPr id="25" name="Bild 2">
            <a:extLst>
              <a:ext uri="{FF2B5EF4-FFF2-40B4-BE49-F238E27FC236}">
                <a16:creationId xmlns:a16="http://schemas.microsoft.com/office/drawing/2014/main" id="{36AE352C-E67A-2423-5633-51FBC5AC4C9B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 bwMode="gray">
          <a:xfrm>
            <a:off x="1374379" y="2968335"/>
            <a:ext cx="2316195" cy="1454035"/>
          </a:xfrm>
          <a:solidFill>
            <a:schemeClr val="bg1">
              <a:lumMod val="85000"/>
            </a:schemeClr>
          </a:solidFill>
        </p:spPr>
        <p:txBody>
          <a:bodyPr vert="horz" lIns="144000" tIns="144000" rIns="144000" bIns="144000" rtlCol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/>
            </a:lvl1pPr>
          </a:lstStyle>
          <a:p>
            <a:pPr marL="212606" lvl="0" indent="-212606"/>
            <a:r>
              <a:rPr lang="en-GB" noProof="0"/>
              <a:t>Click icon to add picture</a:t>
            </a:r>
            <a:endParaRPr lang="de-DE" noProof="0"/>
          </a:p>
        </p:txBody>
      </p:sp>
      <p:grpSp>
        <p:nvGrpSpPr>
          <p:cNvPr id="26" name="iPad">
            <a:extLst>
              <a:ext uri="{FF2B5EF4-FFF2-40B4-BE49-F238E27FC236}">
                <a16:creationId xmlns:a16="http://schemas.microsoft.com/office/drawing/2014/main" id="{DA7606B8-8D2D-E029-8DD9-810C482BC847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693529" y="3111463"/>
            <a:ext cx="2104411" cy="1463219"/>
            <a:chOff x="2277427" y="8504224"/>
            <a:chExt cx="7635049" cy="5309901"/>
          </a:xfrm>
          <a:effectLst/>
        </p:grpSpPr>
        <p:sp>
          <p:nvSpPr>
            <p:cNvPr id="27" name="Freihandform: Form 26">
              <a:extLst>
                <a:ext uri="{FF2B5EF4-FFF2-40B4-BE49-F238E27FC236}">
                  <a16:creationId xmlns:a16="http://schemas.microsoft.com/office/drawing/2014/main" id="{F192458A-C5CB-AE12-96A2-86E98133E8D0}"/>
                </a:ext>
              </a:extLst>
            </p:cNvPr>
            <p:cNvSpPr/>
            <p:nvPr/>
          </p:nvSpPr>
          <p:spPr bwMode="gray">
            <a:xfrm>
              <a:off x="2277427" y="8504224"/>
              <a:ext cx="7635049" cy="5309901"/>
            </a:xfrm>
            <a:custGeom>
              <a:avLst/>
              <a:gdLst>
                <a:gd name="connsiteX0" fmla="*/ 7364921 w 7635049"/>
                <a:gd name="connsiteY0" fmla="*/ 5309902 h 5309901"/>
                <a:gd name="connsiteX1" fmla="*/ 270034 w 7635049"/>
                <a:gd name="connsiteY1" fmla="*/ 5309902 h 5309901"/>
                <a:gd name="connsiteX2" fmla="*/ 0 w 7635049"/>
                <a:gd name="connsiteY2" fmla="*/ 5039868 h 5309901"/>
                <a:gd name="connsiteX3" fmla="*/ 0 w 7635049"/>
                <a:gd name="connsiteY3" fmla="*/ 270034 h 5309901"/>
                <a:gd name="connsiteX4" fmla="*/ 270034 w 7635049"/>
                <a:gd name="connsiteY4" fmla="*/ 0 h 5309901"/>
                <a:gd name="connsiteX5" fmla="*/ 7365016 w 7635049"/>
                <a:gd name="connsiteY5" fmla="*/ 0 h 5309901"/>
                <a:gd name="connsiteX6" fmla="*/ 7635050 w 7635049"/>
                <a:gd name="connsiteY6" fmla="*/ 270034 h 5309901"/>
                <a:gd name="connsiteX7" fmla="*/ 7635050 w 7635049"/>
                <a:gd name="connsiteY7" fmla="*/ 5039963 h 5309901"/>
                <a:gd name="connsiteX8" fmla="*/ 7364921 w 7635049"/>
                <a:gd name="connsiteY8" fmla="*/ 5309902 h 530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35049" h="5309901">
                  <a:moveTo>
                    <a:pt x="7364921" y="5309902"/>
                  </a:moveTo>
                  <a:lnTo>
                    <a:pt x="270034" y="5309902"/>
                  </a:lnTo>
                  <a:cubicBezTo>
                    <a:pt x="121539" y="5309902"/>
                    <a:pt x="0" y="5188363"/>
                    <a:pt x="0" y="5039868"/>
                  </a:cubicBezTo>
                  <a:lnTo>
                    <a:pt x="0" y="270034"/>
                  </a:lnTo>
                  <a:cubicBezTo>
                    <a:pt x="0" y="121539"/>
                    <a:pt x="121539" y="0"/>
                    <a:pt x="270034" y="0"/>
                  </a:cubicBezTo>
                  <a:lnTo>
                    <a:pt x="7365016" y="0"/>
                  </a:lnTo>
                  <a:cubicBezTo>
                    <a:pt x="7513511" y="0"/>
                    <a:pt x="7635050" y="121539"/>
                    <a:pt x="7635050" y="270034"/>
                  </a:cubicBezTo>
                  <a:lnTo>
                    <a:pt x="7635050" y="5039963"/>
                  </a:lnTo>
                  <a:cubicBezTo>
                    <a:pt x="7634954" y="5188458"/>
                    <a:pt x="7513415" y="5309902"/>
                    <a:pt x="7364921" y="530990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de-DE" sz="1488" noProof="0"/>
            </a:p>
          </p:txBody>
        </p:sp>
        <p:sp>
          <p:nvSpPr>
            <p:cNvPr id="28" name="Freihandform: Form 27">
              <a:extLst>
                <a:ext uri="{FF2B5EF4-FFF2-40B4-BE49-F238E27FC236}">
                  <a16:creationId xmlns:a16="http://schemas.microsoft.com/office/drawing/2014/main" id="{A3995437-B9A3-3FBA-3E05-BEDA02804CF5}"/>
                </a:ext>
              </a:extLst>
            </p:cNvPr>
            <p:cNvSpPr/>
            <p:nvPr/>
          </p:nvSpPr>
          <p:spPr bwMode="gray">
            <a:xfrm>
              <a:off x="2317908" y="8544705"/>
              <a:ext cx="7553896" cy="5228939"/>
            </a:xfrm>
            <a:custGeom>
              <a:avLst/>
              <a:gdLst>
                <a:gd name="connsiteX0" fmla="*/ 7311009 w 7553896"/>
                <a:gd name="connsiteY0" fmla="*/ 5228940 h 5228939"/>
                <a:gd name="connsiteX1" fmla="*/ 242983 w 7553896"/>
                <a:gd name="connsiteY1" fmla="*/ 5228940 h 5228939"/>
                <a:gd name="connsiteX2" fmla="*/ 0 w 7553896"/>
                <a:gd name="connsiteY2" fmla="*/ 4985957 h 5228939"/>
                <a:gd name="connsiteX3" fmla="*/ 0 w 7553896"/>
                <a:gd name="connsiteY3" fmla="*/ 242983 h 5228939"/>
                <a:gd name="connsiteX4" fmla="*/ 242983 w 7553896"/>
                <a:gd name="connsiteY4" fmla="*/ 0 h 5228939"/>
                <a:gd name="connsiteX5" fmla="*/ 7310914 w 7553896"/>
                <a:gd name="connsiteY5" fmla="*/ 0 h 5228939"/>
                <a:gd name="connsiteX6" fmla="*/ 7553896 w 7553896"/>
                <a:gd name="connsiteY6" fmla="*/ 242983 h 5228939"/>
                <a:gd name="connsiteX7" fmla="*/ 7553896 w 7553896"/>
                <a:gd name="connsiteY7" fmla="*/ 4985861 h 5228939"/>
                <a:gd name="connsiteX8" fmla="*/ 7311009 w 7553896"/>
                <a:gd name="connsiteY8" fmla="*/ 5228940 h 5228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53896" h="5228939">
                  <a:moveTo>
                    <a:pt x="7311009" y="5228940"/>
                  </a:moveTo>
                  <a:lnTo>
                    <a:pt x="242983" y="5228940"/>
                  </a:lnTo>
                  <a:cubicBezTo>
                    <a:pt x="109347" y="5228940"/>
                    <a:pt x="0" y="5119593"/>
                    <a:pt x="0" y="4985957"/>
                  </a:cubicBezTo>
                  <a:lnTo>
                    <a:pt x="0" y="242983"/>
                  </a:lnTo>
                  <a:cubicBezTo>
                    <a:pt x="0" y="109347"/>
                    <a:pt x="109347" y="0"/>
                    <a:pt x="242983" y="0"/>
                  </a:cubicBezTo>
                  <a:lnTo>
                    <a:pt x="7310914" y="0"/>
                  </a:lnTo>
                  <a:cubicBezTo>
                    <a:pt x="7444550" y="0"/>
                    <a:pt x="7553896" y="109347"/>
                    <a:pt x="7553896" y="242983"/>
                  </a:cubicBezTo>
                  <a:lnTo>
                    <a:pt x="7553896" y="4985861"/>
                  </a:lnTo>
                  <a:cubicBezTo>
                    <a:pt x="7553992" y="5119593"/>
                    <a:pt x="7444645" y="5228940"/>
                    <a:pt x="7311009" y="522894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  <p:sp>
          <p:nvSpPr>
            <p:cNvPr id="29" name="Freihandform: Form 28">
              <a:extLst>
                <a:ext uri="{FF2B5EF4-FFF2-40B4-BE49-F238E27FC236}">
                  <a16:creationId xmlns:a16="http://schemas.microsoft.com/office/drawing/2014/main" id="{B3614E7E-5724-D261-867A-ED27DC8A9A0D}"/>
                </a:ext>
              </a:extLst>
            </p:cNvPr>
            <p:cNvSpPr/>
            <p:nvPr/>
          </p:nvSpPr>
          <p:spPr bwMode="gray">
            <a:xfrm>
              <a:off x="2581275" y="11119694"/>
              <a:ext cx="79057" cy="79057"/>
            </a:xfrm>
            <a:custGeom>
              <a:avLst/>
              <a:gdLst>
                <a:gd name="connsiteX0" fmla="*/ 79057 w 79057"/>
                <a:gd name="connsiteY0" fmla="*/ 39529 h 79057"/>
                <a:gd name="connsiteX1" fmla="*/ 39529 w 79057"/>
                <a:gd name="connsiteY1" fmla="*/ 79057 h 79057"/>
                <a:gd name="connsiteX2" fmla="*/ 0 w 79057"/>
                <a:gd name="connsiteY2" fmla="*/ 39529 h 79057"/>
                <a:gd name="connsiteX3" fmla="*/ 39529 w 79057"/>
                <a:gd name="connsiteY3" fmla="*/ 0 h 79057"/>
                <a:gd name="connsiteX4" fmla="*/ 79057 w 79057"/>
                <a:gd name="connsiteY4" fmla="*/ 39529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057" h="79057">
                  <a:moveTo>
                    <a:pt x="79057" y="39529"/>
                  </a:moveTo>
                  <a:cubicBezTo>
                    <a:pt x="79057" y="61360"/>
                    <a:pt x="61360" y="79057"/>
                    <a:pt x="39529" y="79057"/>
                  </a:cubicBezTo>
                  <a:cubicBezTo>
                    <a:pt x="17698" y="79057"/>
                    <a:pt x="0" y="61360"/>
                    <a:pt x="0" y="39529"/>
                  </a:cubicBezTo>
                  <a:cubicBezTo>
                    <a:pt x="0" y="17697"/>
                    <a:pt x="17698" y="0"/>
                    <a:pt x="39529" y="0"/>
                  </a:cubicBezTo>
                  <a:cubicBezTo>
                    <a:pt x="61360" y="0"/>
                    <a:pt x="79057" y="17698"/>
                    <a:pt x="79057" y="3952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1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2164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  <p:sp>
          <p:nvSpPr>
            <p:cNvPr id="30" name="Freihandform: Form 29">
              <a:extLst>
                <a:ext uri="{FF2B5EF4-FFF2-40B4-BE49-F238E27FC236}">
                  <a16:creationId xmlns:a16="http://schemas.microsoft.com/office/drawing/2014/main" id="{5A88B114-8BC1-35CB-3F28-3E3A6EEEBD00}"/>
                </a:ext>
              </a:extLst>
            </p:cNvPr>
            <p:cNvSpPr/>
            <p:nvPr/>
          </p:nvSpPr>
          <p:spPr bwMode="gray">
            <a:xfrm>
              <a:off x="9437370" y="10999107"/>
              <a:ext cx="323659" cy="323659"/>
            </a:xfrm>
            <a:custGeom>
              <a:avLst/>
              <a:gdLst>
                <a:gd name="connsiteX0" fmla="*/ 323660 w 323659"/>
                <a:gd name="connsiteY0" fmla="*/ 161830 h 323659"/>
                <a:gd name="connsiteX1" fmla="*/ 161830 w 323659"/>
                <a:gd name="connsiteY1" fmla="*/ 323659 h 323659"/>
                <a:gd name="connsiteX2" fmla="*/ 0 w 323659"/>
                <a:gd name="connsiteY2" fmla="*/ 161830 h 323659"/>
                <a:gd name="connsiteX3" fmla="*/ 161830 w 323659"/>
                <a:gd name="connsiteY3" fmla="*/ 0 h 323659"/>
                <a:gd name="connsiteX4" fmla="*/ 323660 w 323659"/>
                <a:gd name="connsiteY4" fmla="*/ 161830 h 32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659" h="323659">
                  <a:moveTo>
                    <a:pt x="323660" y="161830"/>
                  </a:moveTo>
                  <a:cubicBezTo>
                    <a:pt x="323660" y="251206"/>
                    <a:pt x="251206" y="323659"/>
                    <a:pt x="161830" y="323659"/>
                  </a:cubicBezTo>
                  <a:cubicBezTo>
                    <a:pt x="72454" y="323659"/>
                    <a:pt x="0" y="251206"/>
                    <a:pt x="0" y="161830"/>
                  </a:cubicBezTo>
                  <a:cubicBezTo>
                    <a:pt x="0" y="72453"/>
                    <a:pt x="72454" y="0"/>
                    <a:pt x="161830" y="0"/>
                  </a:cubicBezTo>
                  <a:cubicBezTo>
                    <a:pt x="251206" y="0"/>
                    <a:pt x="323660" y="72454"/>
                    <a:pt x="323660" y="161830"/>
                  </a:cubicBezTo>
                  <a:close/>
                </a:path>
              </a:pathLst>
            </a:custGeom>
            <a:solidFill>
              <a:schemeClr val="tx1"/>
            </a:solidFill>
            <a:ln w="241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  <p:sp>
          <p:nvSpPr>
            <p:cNvPr id="31" name="Freihandform: Form 30">
              <a:extLst>
                <a:ext uri="{FF2B5EF4-FFF2-40B4-BE49-F238E27FC236}">
                  <a16:creationId xmlns:a16="http://schemas.microsoft.com/office/drawing/2014/main" id="{C6908429-F064-36F5-82F0-05604AEF5D66}"/>
                </a:ext>
              </a:extLst>
            </p:cNvPr>
            <p:cNvSpPr/>
            <p:nvPr/>
          </p:nvSpPr>
          <p:spPr bwMode="gray">
            <a:xfrm>
              <a:off x="9463563" y="11025301"/>
              <a:ext cx="271272" cy="271272"/>
            </a:xfrm>
            <a:custGeom>
              <a:avLst/>
              <a:gdLst>
                <a:gd name="connsiteX0" fmla="*/ 271272 w 271272"/>
                <a:gd name="connsiteY0" fmla="*/ 135636 h 271272"/>
                <a:gd name="connsiteX1" fmla="*/ 135636 w 271272"/>
                <a:gd name="connsiteY1" fmla="*/ 271272 h 271272"/>
                <a:gd name="connsiteX2" fmla="*/ 0 w 271272"/>
                <a:gd name="connsiteY2" fmla="*/ 135636 h 271272"/>
                <a:gd name="connsiteX3" fmla="*/ 135636 w 271272"/>
                <a:gd name="connsiteY3" fmla="*/ 0 h 271272"/>
                <a:gd name="connsiteX4" fmla="*/ 271272 w 271272"/>
                <a:gd name="connsiteY4" fmla="*/ 135636 h 271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272" h="271272">
                  <a:moveTo>
                    <a:pt x="271272" y="135636"/>
                  </a:moveTo>
                  <a:cubicBezTo>
                    <a:pt x="271272" y="210546"/>
                    <a:pt x="210546" y="271272"/>
                    <a:pt x="135636" y="271272"/>
                  </a:cubicBezTo>
                  <a:cubicBezTo>
                    <a:pt x="60726" y="271272"/>
                    <a:pt x="0" y="210546"/>
                    <a:pt x="0" y="135636"/>
                  </a:cubicBezTo>
                  <a:cubicBezTo>
                    <a:pt x="0" y="60726"/>
                    <a:pt x="60727" y="0"/>
                    <a:pt x="135636" y="0"/>
                  </a:cubicBezTo>
                  <a:cubicBezTo>
                    <a:pt x="210546" y="0"/>
                    <a:pt x="271272" y="60726"/>
                    <a:pt x="271272" y="135636"/>
                  </a:cubicBezTo>
                  <a:close/>
                </a:path>
              </a:pathLst>
            </a:custGeom>
            <a:solidFill>
              <a:schemeClr val="bg1"/>
            </a:solidFill>
            <a:ln w="202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</p:grpSp>
      <p:sp>
        <p:nvSpPr>
          <p:cNvPr id="32" name="Bild 3">
            <a:extLst>
              <a:ext uri="{FF2B5EF4-FFF2-40B4-BE49-F238E27FC236}">
                <a16:creationId xmlns:a16="http://schemas.microsoft.com/office/drawing/2014/main" id="{A8354B6E-7C11-DA76-5031-E9A53BFAFF40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 bwMode="gray">
          <a:xfrm>
            <a:off x="5872554" y="3186914"/>
            <a:ext cx="1746360" cy="1312316"/>
          </a:xfrm>
          <a:solidFill>
            <a:schemeClr val="bg1">
              <a:lumMod val="85000"/>
            </a:schemeClr>
          </a:solidFill>
        </p:spPr>
        <p:txBody>
          <a:bodyPr vert="horz" lIns="144000" tIns="144000" rIns="144000" bIns="144000" rtlCol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/>
            </a:lvl1pPr>
          </a:lstStyle>
          <a:p>
            <a:pPr marL="212606" lvl="0" indent="-212606"/>
            <a:r>
              <a:rPr lang="en-GB" noProof="0"/>
              <a:t>Click icon to add picture</a:t>
            </a:r>
            <a:endParaRPr lang="de-DE" noProof="0"/>
          </a:p>
        </p:txBody>
      </p:sp>
      <p:grpSp>
        <p:nvGrpSpPr>
          <p:cNvPr id="33" name="iPhone">
            <a:extLst>
              <a:ext uri="{FF2B5EF4-FFF2-40B4-BE49-F238E27FC236}">
                <a16:creationId xmlns:a16="http://schemas.microsoft.com/office/drawing/2014/main" id="{F8ABD6AC-65B7-9D26-DC7E-CC80E05F9893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8032765" y="3483448"/>
            <a:ext cx="528155" cy="1091234"/>
            <a:chOff x="12760032" y="1127"/>
            <a:chExt cx="3317936" cy="6856786"/>
          </a:xfrm>
          <a:effectLst/>
        </p:grpSpPr>
        <p:sp>
          <p:nvSpPr>
            <p:cNvPr id="34" name="Freihandform: Form 33">
              <a:extLst>
                <a:ext uri="{FF2B5EF4-FFF2-40B4-BE49-F238E27FC236}">
                  <a16:creationId xmlns:a16="http://schemas.microsoft.com/office/drawing/2014/main" id="{6E05A315-217F-B569-4BA0-1030469C854F}"/>
                </a:ext>
              </a:extLst>
            </p:cNvPr>
            <p:cNvSpPr/>
            <p:nvPr/>
          </p:nvSpPr>
          <p:spPr bwMode="gray">
            <a:xfrm>
              <a:off x="12784655" y="1127"/>
              <a:ext cx="3268604" cy="6856786"/>
            </a:xfrm>
            <a:custGeom>
              <a:avLst/>
              <a:gdLst>
                <a:gd name="connsiteX0" fmla="*/ 2826260 w 3268604"/>
                <a:gd name="connsiteY0" fmla="*/ 6856786 h 6856786"/>
                <a:gd name="connsiteX1" fmla="*/ 442345 w 3268604"/>
                <a:gd name="connsiteY1" fmla="*/ 6856786 h 6856786"/>
                <a:gd name="connsiteX2" fmla="*/ 0 w 3268604"/>
                <a:gd name="connsiteY2" fmla="*/ 6414441 h 6856786"/>
                <a:gd name="connsiteX3" fmla="*/ 0 w 3268604"/>
                <a:gd name="connsiteY3" fmla="*/ 442345 h 6856786"/>
                <a:gd name="connsiteX4" fmla="*/ 442345 w 3268604"/>
                <a:gd name="connsiteY4" fmla="*/ 0 h 6856786"/>
                <a:gd name="connsiteX5" fmla="*/ 2826260 w 3268604"/>
                <a:gd name="connsiteY5" fmla="*/ 0 h 6856786"/>
                <a:gd name="connsiteX6" fmla="*/ 3268605 w 3268604"/>
                <a:gd name="connsiteY6" fmla="*/ 442345 h 6856786"/>
                <a:gd name="connsiteX7" fmla="*/ 3268605 w 3268604"/>
                <a:gd name="connsiteY7" fmla="*/ 6414441 h 6856786"/>
                <a:gd name="connsiteX8" fmla="*/ 2826260 w 3268604"/>
                <a:gd name="connsiteY8" fmla="*/ 6856786 h 6856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68604" h="6856786">
                  <a:moveTo>
                    <a:pt x="2826260" y="6856786"/>
                  </a:moveTo>
                  <a:lnTo>
                    <a:pt x="442345" y="6856786"/>
                  </a:lnTo>
                  <a:cubicBezTo>
                    <a:pt x="199064" y="6856786"/>
                    <a:pt x="0" y="6657723"/>
                    <a:pt x="0" y="6414441"/>
                  </a:cubicBezTo>
                  <a:lnTo>
                    <a:pt x="0" y="442345"/>
                  </a:lnTo>
                  <a:cubicBezTo>
                    <a:pt x="0" y="199064"/>
                    <a:pt x="199064" y="0"/>
                    <a:pt x="442345" y="0"/>
                  </a:cubicBezTo>
                  <a:lnTo>
                    <a:pt x="2826260" y="0"/>
                  </a:lnTo>
                  <a:cubicBezTo>
                    <a:pt x="3069541" y="0"/>
                    <a:pt x="3268605" y="199064"/>
                    <a:pt x="3268605" y="442345"/>
                  </a:cubicBezTo>
                  <a:lnTo>
                    <a:pt x="3268605" y="6414441"/>
                  </a:lnTo>
                  <a:cubicBezTo>
                    <a:pt x="3268692" y="6657723"/>
                    <a:pt x="3069628" y="6856786"/>
                    <a:pt x="2826260" y="6856786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de-DE" sz="1488" noProof="0"/>
            </a:p>
          </p:txBody>
        </p:sp>
        <p:sp>
          <p:nvSpPr>
            <p:cNvPr id="35" name="Freihandform: Form 34">
              <a:extLst>
                <a:ext uri="{FF2B5EF4-FFF2-40B4-BE49-F238E27FC236}">
                  <a16:creationId xmlns:a16="http://schemas.microsoft.com/office/drawing/2014/main" id="{009EC199-7A2E-161D-DEA7-B9C74EF0F74E}"/>
                </a:ext>
              </a:extLst>
            </p:cNvPr>
            <p:cNvSpPr/>
            <p:nvPr/>
          </p:nvSpPr>
          <p:spPr bwMode="gray">
            <a:xfrm>
              <a:off x="12833814" y="50286"/>
              <a:ext cx="3170373" cy="6758468"/>
            </a:xfrm>
            <a:custGeom>
              <a:avLst/>
              <a:gdLst>
                <a:gd name="connsiteX0" fmla="*/ 2764876 w 3170373"/>
                <a:gd name="connsiteY0" fmla="*/ 6758468 h 6758468"/>
                <a:gd name="connsiteX1" fmla="*/ 405498 w 3170373"/>
                <a:gd name="connsiteY1" fmla="*/ 6758468 h 6758468"/>
                <a:gd name="connsiteX2" fmla="*/ 0 w 3170373"/>
                <a:gd name="connsiteY2" fmla="*/ 6352970 h 6758468"/>
                <a:gd name="connsiteX3" fmla="*/ 0 w 3170373"/>
                <a:gd name="connsiteY3" fmla="*/ 405498 h 6758468"/>
                <a:gd name="connsiteX4" fmla="*/ 405498 w 3170373"/>
                <a:gd name="connsiteY4" fmla="*/ 0 h 6758468"/>
                <a:gd name="connsiteX5" fmla="*/ 2764876 w 3170373"/>
                <a:gd name="connsiteY5" fmla="*/ 0 h 6758468"/>
                <a:gd name="connsiteX6" fmla="*/ 3170373 w 3170373"/>
                <a:gd name="connsiteY6" fmla="*/ 405498 h 6758468"/>
                <a:gd name="connsiteX7" fmla="*/ 3170373 w 3170373"/>
                <a:gd name="connsiteY7" fmla="*/ 6352970 h 6758468"/>
                <a:gd name="connsiteX8" fmla="*/ 2764876 w 3170373"/>
                <a:gd name="connsiteY8" fmla="*/ 6758468 h 6758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70373" h="6758468">
                  <a:moveTo>
                    <a:pt x="2764876" y="6758468"/>
                  </a:moveTo>
                  <a:lnTo>
                    <a:pt x="405498" y="6758468"/>
                  </a:lnTo>
                  <a:cubicBezTo>
                    <a:pt x="182504" y="6758468"/>
                    <a:pt x="0" y="6575964"/>
                    <a:pt x="0" y="6352970"/>
                  </a:cubicBezTo>
                  <a:lnTo>
                    <a:pt x="0" y="405498"/>
                  </a:lnTo>
                  <a:cubicBezTo>
                    <a:pt x="0" y="182504"/>
                    <a:pt x="182504" y="0"/>
                    <a:pt x="405498" y="0"/>
                  </a:cubicBezTo>
                  <a:lnTo>
                    <a:pt x="2764876" y="0"/>
                  </a:lnTo>
                  <a:cubicBezTo>
                    <a:pt x="2987869" y="0"/>
                    <a:pt x="3170373" y="182504"/>
                    <a:pt x="3170373" y="405498"/>
                  </a:cubicBezTo>
                  <a:lnTo>
                    <a:pt x="3170373" y="6352970"/>
                  </a:lnTo>
                  <a:cubicBezTo>
                    <a:pt x="3170373" y="6575964"/>
                    <a:pt x="2987869" y="6758468"/>
                    <a:pt x="2764876" y="6758468"/>
                  </a:cubicBezTo>
                  <a:close/>
                </a:path>
              </a:pathLst>
            </a:custGeom>
            <a:solidFill>
              <a:schemeClr val="tx1"/>
            </a:solidFill>
            <a:ln w="2214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  <p:sp>
          <p:nvSpPr>
            <p:cNvPr id="36" name="Freihandform: Form 35">
              <a:extLst>
                <a:ext uri="{FF2B5EF4-FFF2-40B4-BE49-F238E27FC236}">
                  <a16:creationId xmlns:a16="http://schemas.microsoft.com/office/drawing/2014/main" id="{7E8D2F64-C0D3-2D2B-CF32-506D2885DD80}"/>
                </a:ext>
              </a:extLst>
            </p:cNvPr>
            <p:cNvSpPr/>
            <p:nvPr/>
          </p:nvSpPr>
          <p:spPr bwMode="gray">
            <a:xfrm>
              <a:off x="12882973" y="99358"/>
              <a:ext cx="3072055" cy="6660236"/>
            </a:xfrm>
            <a:custGeom>
              <a:avLst/>
              <a:gdLst>
                <a:gd name="connsiteX0" fmla="*/ 2703405 w 3072055"/>
                <a:gd name="connsiteY0" fmla="*/ 6660237 h 6660236"/>
                <a:gd name="connsiteX1" fmla="*/ 368650 w 3072055"/>
                <a:gd name="connsiteY1" fmla="*/ 6660237 h 6660236"/>
                <a:gd name="connsiteX2" fmla="*/ 0 w 3072055"/>
                <a:gd name="connsiteY2" fmla="*/ 6291587 h 6660236"/>
                <a:gd name="connsiteX3" fmla="*/ 0 w 3072055"/>
                <a:gd name="connsiteY3" fmla="*/ 368650 h 6660236"/>
                <a:gd name="connsiteX4" fmla="*/ 368650 w 3072055"/>
                <a:gd name="connsiteY4" fmla="*/ 0 h 6660236"/>
                <a:gd name="connsiteX5" fmla="*/ 2703405 w 3072055"/>
                <a:gd name="connsiteY5" fmla="*/ 0 h 6660236"/>
                <a:gd name="connsiteX6" fmla="*/ 3072055 w 3072055"/>
                <a:gd name="connsiteY6" fmla="*/ 368650 h 6660236"/>
                <a:gd name="connsiteX7" fmla="*/ 3072055 w 3072055"/>
                <a:gd name="connsiteY7" fmla="*/ 6291587 h 6660236"/>
                <a:gd name="connsiteX8" fmla="*/ 2703405 w 3072055"/>
                <a:gd name="connsiteY8" fmla="*/ 6660237 h 6660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72055" h="6660236">
                  <a:moveTo>
                    <a:pt x="2703405" y="6660237"/>
                  </a:moveTo>
                  <a:lnTo>
                    <a:pt x="368650" y="6660237"/>
                  </a:lnTo>
                  <a:cubicBezTo>
                    <a:pt x="165858" y="6660237"/>
                    <a:pt x="0" y="6494379"/>
                    <a:pt x="0" y="6291587"/>
                  </a:cubicBezTo>
                  <a:lnTo>
                    <a:pt x="0" y="368650"/>
                  </a:lnTo>
                  <a:cubicBezTo>
                    <a:pt x="0" y="165858"/>
                    <a:pt x="165858" y="0"/>
                    <a:pt x="368650" y="0"/>
                  </a:cubicBezTo>
                  <a:lnTo>
                    <a:pt x="2703405" y="0"/>
                  </a:lnTo>
                  <a:cubicBezTo>
                    <a:pt x="2906197" y="0"/>
                    <a:pt x="3072055" y="165858"/>
                    <a:pt x="3072055" y="368650"/>
                  </a:cubicBezTo>
                  <a:lnTo>
                    <a:pt x="3072055" y="6291587"/>
                  </a:lnTo>
                  <a:cubicBezTo>
                    <a:pt x="3072055" y="6494379"/>
                    <a:pt x="2906197" y="6660237"/>
                    <a:pt x="2703405" y="6660237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75000"/>
                    <a:alpha val="60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  <a:lin ang="5400000" scaled="0"/>
            </a:gradFill>
            <a:ln w="2164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r>
                <a:rPr lang="de-DE" sz="788" noProof="0">
                  <a:solidFill>
                    <a:schemeClr val="bg2"/>
                  </a:solidFill>
                </a:rPr>
                <a:t>Platz-halter-text</a:t>
              </a:r>
            </a:p>
          </p:txBody>
        </p:sp>
        <p:sp>
          <p:nvSpPr>
            <p:cNvPr id="37" name="Freihandform: Form 36">
              <a:extLst>
                <a:ext uri="{FF2B5EF4-FFF2-40B4-BE49-F238E27FC236}">
                  <a16:creationId xmlns:a16="http://schemas.microsoft.com/office/drawing/2014/main" id="{E1348ED9-993C-E5BC-78E5-037712EA5A5A}"/>
                </a:ext>
              </a:extLst>
            </p:cNvPr>
            <p:cNvSpPr/>
            <p:nvPr/>
          </p:nvSpPr>
          <p:spPr bwMode="gray">
            <a:xfrm>
              <a:off x="13477651" y="99358"/>
              <a:ext cx="1882699" cy="245708"/>
            </a:xfrm>
            <a:custGeom>
              <a:avLst/>
              <a:gdLst>
                <a:gd name="connsiteX0" fmla="*/ 1882699 w 1882699"/>
                <a:gd name="connsiteY0" fmla="*/ 0 h 245708"/>
                <a:gd name="connsiteX1" fmla="*/ 1809004 w 1882699"/>
                <a:gd name="connsiteY1" fmla="*/ 73695 h 245708"/>
                <a:gd name="connsiteX2" fmla="*/ 1636990 w 1882699"/>
                <a:gd name="connsiteY2" fmla="*/ 245709 h 245708"/>
                <a:gd name="connsiteX3" fmla="*/ 245709 w 1882699"/>
                <a:gd name="connsiteY3" fmla="*/ 245709 h 245708"/>
                <a:gd name="connsiteX4" fmla="*/ 73695 w 1882699"/>
                <a:gd name="connsiteY4" fmla="*/ 73695 h 245708"/>
                <a:gd name="connsiteX5" fmla="*/ 0 w 1882699"/>
                <a:gd name="connsiteY5" fmla="*/ 0 h 245708"/>
                <a:gd name="connsiteX6" fmla="*/ 1882699 w 1882699"/>
                <a:gd name="connsiteY6" fmla="*/ 0 h 24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2699" h="245708">
                  <a:moveTo>
                    <a:pt x="1882699" y="0"/>
                  </a:moveTo>
                  <a:cubicBezTo>
                    <a:pt x="1841950" y="0"/>
                    <a:pt x="1809004" y="33033"/>
                    <a:pt x="1809004" y="73695"/>
                  </a:cubicBezTo>
                  <a:cubicBezTo>
                    <a:pt x="1809004" y="168719"/>
                    <a:pt x="1732014" y="245709"/>
                    <a:pt x="1636990" y="245709"/>
                  </a:cubicBezTo>
                  <a:lnTo>
                    <a:pt x="245709" y="245709"/>
                  </a:lnTo>
                  <a:cubicBezTo>
                    <a:pt x="150685" y="245709"/>
                    <a:pt x="73695" y="168719"/>
                    <a:pt x="73695" y="73695"/>
                  </a:cubicBezTo>
                  <a:cubicBezTo>
                    <a:pt x="73695" y="32946"/>
                    <a:pt x="40663" y="0"/>
                    <a:pt x="0" y="0"/>
                  </a:cubicBezTo>
                  <a:lnTo>
                    <a:pt x="1882699" y="0"/>
                  </a:lnTo>
                  <a:close/>
                </a:path>
              </a:pathLst>
            </a:custGeom>
            <a:solidFill>
              <a:schemeClr val="tx1"/>
            </a:solidFill>
            <a:ln w="2164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  <p:sp>
          <p:nvSpPr>
            <p:cNvPr id="38" name="Freihandform: Form 37">
              <a:extLst>
                <a:ext uri="{FF2B5EF4-FFF2-40B4-BE49-F238E27FC236}">
                  <a16:creationId xmlns:a16="http://schemas.microsoft.com/office/drawing/2014/main" id="{7F38BC0E-BD4D-4B36-111A-E072210E0BA9}"/>
                </a:ext>
              </a:extLst>
            </p:cNvPr>
            <p:cNvSpPr/>
            <p:nvPr/>
          </p:nvSpPr>
          <p:spPr bwMode="gray">
            <a:xfrm>
              <a:off x="14234632" y="174787"/>
              <a:ext cx="368736" cy="36847"/>
            </a:xfrm>
            <a:custGeom>
              <a:avLst/>
              <a:gdLst>
                <a:gd name="connsiteX0" fmla="*/ 351917 w 368736"/>
                <a:gd name="connsiteY0" fmla="*/ 36848 h 36847"/>
                <a:gd name="connsiteX1" fmla="*/ 16820 w 368736"/>
                <a:gd name="connsiteY1" fmla="*/ 36848 h 36847"/>
                <a:gd name="connsiteX2" fmla="*/ 0 w 368736"/>
                <a:gd name="connsiteY2" fmla="*/ 20028 h 36847"/>
                <a:gd name="connsiteX3" fmla="*/ 0 w 368736"/>
                <a:gd name="connsiteY3" fmla="*/ 16820 h 36847"/>
                <a:gd name="connsiteX4" fmla="*/ 16820 w 368736"/>
                <a:gd name="connsiteY4" fmla="*/ 0 h 36847"/>
                <a:gd name="connsiteX5" fmla="*/ 351917 w 368736"/>
                <a:gd name="connsiteY5" fmla="*/ 0 h 36847"/>
                <a:gd name="connsiteX6" fmla="*/ 368737 w 368736"/>
                <a:gd name="connsiteY6" fmla="*/ 16820 h 36847"/>
                <a:gd name="connsiteX7" fmla="*/ 368737 w 368736"/>
                <a:gd name="connsiteY7" fmla="*/ 20114 h 36847"/>
                <a:gd name="connsiteX8" fmla="*/ 351917 w 368736"/>
                <a:gd name="connsiteY8" fmla="*/ 36848 h 368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8736" h="36847">
                  <a:moveTo>
                    <a:pt x="351917" y="36848"/>
                  </a:moveTo>
                  <a:lnTo>
                    <a:pt x="16820" y="36848"/>
                  </a:lnTo>
                  <a:cubicBezTo>
                    <a:pt x="7630" y="36848"/>
                    <a:pt x="0" y="29305"/>
                    <a:pt x="0" y="20028"/>
                  </a:cubicBezTo>
                  <a:lnTo>
                    <a:pt x="0" y="16820"/>
                  </a:lnTo>
                  <a:cubicBezTo>
                    <a:pt x="0" y="7630"/>
                    <a:pt x="7543" y="0"/>
                    <a:pt x="16820" y="0"/>
                  </a:cubicBezTo>
                  <a:lnTo>
                    <a:pt x="351917" y="0"/>
                  </a:lnTo>
                  <a:cubicBezTo>
                    <a:pt x="361107" y="0"/>
                    <a:pt x="368737" y="7543"/>
                    <a:pt x="368737" y="16820"/>
                  </a:cubicBezTo>
                  <a:lnTo>
                    <a:pt x="368737" y="20114"/>
                  </a:lnTo>
                  <a:cubicBezTo>
                    <a:pt x="368650" y="29305"/>
                    <a:pt x="361107" y="36848"/>
                    <a:pt x="351917" y="36848"/>
                  </a:cubicBez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 w="2164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  <p:sp>
          <p:nvSpPr>
            <p:cNvPr id="39" name="Freihandform: Form 38">
              <a:extLst>
                <a:ext uri="{FF2B5EF4-FFF2-40B4-BE49-F238E27FC236}">
                  <a16:creationId xmlns:a16="http://schemas.microsoft.com/office/drawing/2014/main" id="{219CAF5E-EB71-590A-1F3D-EB0AE7C5979F}"/>
                </a:ext>
              </a:extLst>
            </p:cNvPr>
            <p:cNvSpPr/>
            <p:nvPr/>
          </p:nvSpPr>
          <p:spPr bwMode="gray">
            <a:xfrm>
              <a:off x="16053346" y="1512488"/>
              <a:ext cx="24622" cy="737299"/>
            </a:xfrm>
            <a:custGeom>
              <a:avLst/>
              <a:gdLst>
                <a:gd name="connsiteX0" fmla="*/ 12311 w 24622"/>
                <a:gd name="connsiteY0" fmla="*/ 737300 h 737299"/>
                <a:gd name="connsiteX1" fmla="*/ 0 w 24622"/>
                <a:gd name="connsiteY1" fmla="*/ 737300 h 737299"/>
                <a:gd name="connsiteX2" fmla="*/ 0 w 24622"/>
                <a:gd name="connsiteY2" fmla="*/ 0 h 737299"/>
                <a:gd name="connsiteX3" fmla="*/ 12311 w 24622"/>
                <a:gd name="connsiteY3" fmla="*/ 0 h 737299"/>
                <a:gd name="connsiteX4" fmla="*/ 24623 w 24622"/>
                <a:gd name="connsiteY4" fmla="*/ 12311 h 737299"/>
                <a:gd name="connsiteX5" fmla="*/ 24623 w 24622"/>
                <a:gd name="connsiteY5" fmla="*/ 724989 h 737299"/>
                <a:gd name="connsiteX6" fmla="*/ 12311 w 24622"/>
                <a:gd name="connsiteY6" fmla="*/ 737300 h 737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622" h="737299">
                  <a:moveTo>
                    <a:pt x="12311" y="737300"/>
                  </a:moveTo>
                  <a:lnTo>
                    <a:pt x="0" y="737300"/>
                  </a:lnTo>
                  <a:lnTo>
                    <a:pt x="0" y="0"/>
                  </a:lnTo>
                  <a:lnTo>
                    <a:pt x="12311" y="0"/>
                  </a:lnTo>
                  <a:cubicBezTo>
                    <a:pt x="19074" y="0"/>
                    <a:pt x="24623" y="5549"/>
                    <a:pt x="24623" y="12311"/>
                  </a:cubicBezTo>
                  <a:lnTo>
                    <a:pt x="24623" y="724989"/>
                  </a:lnTo>
                  <a:cubicBezTo>
                    <a:pt x="24536" y="731751"/>
                    <a:pt x="19074" y="737300"/>
                    <a:pt x="12311" y="737300"/>
                  </a:cubicBezTo>
                  <a:close/>
                </a:path>
              </a:pathLst>
            </a:custGeom>
            <a:solidFill>
              <a:schemeClr val="tx1"/>
            </a:solidFill>
            <a:ln w="2137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  <p:sp>
          <p:nvSpPr>
            <p:cNvPr id="40" name="Freihandform: Form 39">
              <a:extLst>
                <a:ext uri="{FF2B5EF4-FFF2-40B4-BE49-F238E27FC236}">
                  <a16:creationId xmlns:a16="http://schemas.microsoft.com/office/drawing/2014/main" id="{ED37A893-D2B2-B3CA-9D87-DED0D7970D4B}"/>
                </a:ext>
              </a:extLst>
            </p:cNvPr>
            <p:cNvSpPr/>
            <p:nvPr/>
          </p:nvSpPr>
          <p:spPr bwMode="gray">
            <a:xfrm>
              <a:off x="12760032" y="1307701"/>
              <a:ext cx="24622" cy="442345"/>
            </a:xfrm>
            <a:custGeom>
              <a:avLst/>
              <a:gdLst>
                <a:gd name="connsiteX0" fmla="*/ 12311 w 24622"/>
                <a:gd name="connsiteY0" fmla="*/ 0 h 442345"/>
                <a:gd name="connsiteX1" fmla="*/ 24623 w 24622"/>
                <a:gd name="connsiteY1" fmla="*/ 0 h 442345"/>
                <a:gd name="connsiteX2" fmla="*/ 24623 w 24622"/>
                <a:gd name="connsiteY2" fmla="*/ 442345 h 442345"/>
                <a:gd name="connsiteX3" fmla="*/ 12311 w 24622"/>
                <a:gd name="connsiteY3" fmla="*/ 442345 h 442345"/>
                <a:gd name="connsiteX4" fmla="*/ 0 w 24622"/>
                <a:gd name="connsiteY4" fmla="*/ 430034 h 442345"/>
                <a:gd name="connsiteX5" fmla="*/ 0 w 24622"/>
                <a:gd name="connsiteY5" fmla="*/ 12225 h 442345"/>
                <a:gd name="connsiteX6" fmla="*/ 12311 w 24622"/>
                <a:gd name="connsiteY6" fmla="*/ 0 h 44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622" h="442345">
                  <a:moveTo>
                    <a:pt x="12311" y="0"/>
                  </a:moveTo>
                  <a:lnTo>
                    <a:pt x="24623" y="0"/>
                  </a:lnTo>
                  <a:lnTo>
                    <a:pt x="24623" y="442345"/>
                  </a:lnTo>
                  <a:lnTo>
                    <a:pt x="12311" y="442345"/>
                  </a:lnTo>
                  <a:cubicBezTo>
                    <a:pt x="5549" y="442345"/>
                    <a:pt x="0" y="436797"/>
                    <a:pt x="0" y="430034"/>
                  </a:cubicBezTo>
                  <a:lnTo>
                    <a:pt x="0" y="12225"/>
                  </a:lnTo>
                  <a:cubicBezTo>
                    <a:pt x="87" y="5549"/>
                    <a:pt x="5549" y="0"/>
                    <a:pt x="12311" y="0"/>
                  </a:cubicBezTo>
                  <a:close/>
                </a:path>
              </a:pathLst>
            </a:custGeom>
            <a:solidFill>
              <a:schemeClr val="tx1"/>
            </a:solidFill>
            <a:ln w="165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  <p:sp>
          <p:nvSpPr>
            <p:cNvPr id="41" name="Freihandform: Form 40">
              <a:extLst>
                <a:ext uri="{FF2B5EF4-FFF2-40B4-BE49-F238E27FC236}">
                  <a16:creationId xmlns:a16="http://schemas.microsoft.com/office/drawing/2014/main" id="{E6D2F3AE-449C-5BAE-CE8A-7C9A73AAF73F}"/>
                </a:ext>
              </a:extLst>
            </p:cNvPr>
            <p:cNvSpPr/>
            <p:nvPr/>
          </p:nvSpPr>
          <p:spPr bwMode="gray">
            <a:xfrm>
              <a:off x="12760032" y="859200"/>
              <a:ext cx="24622" cy="245795"/>
            </a:xfrm>
            <a:custGeom>
              <a:avLst/>
              <a:gdLst>
                <a:gd name="connsiteX0" fmla="*/ 12311 w 24622"/>
                <a:gd name="connsiteY0" fmla="*/ 0 h 245795"/>
                <a:gd name="connsiteX1" fmla="*/ 24623 w 24622"/>
                <a:gd name="connsiteY1" fmla="*/ 0 h 245795"/>
                <a:gd name="connsiteX2" fmla="*/ 24623 w 24622"/>
                <a:gd name="connsiteY2" fmla="*/ 245796 h 245795"/>
                <a:gd name="connsiteX3" fmla="*/ 12311 w 24622"/>
                <a:gd name="connsiteY3" fmla="*/ 245796 h 245795"/>
                <a:gd name="connsiteX4" fmla="*/ 0 w 24622"/>
                <a:gd name="connsiteY4" fmla="*/ 233484 h 245795"/>
                <a:gd name="connsiteX5" fmla="*/ 0 w 24622"/>
                <a:gd name="connsiteY5" fmla="*/ 12311 h 245795"/>
                <a:gd name="connsiteX6" fmla="*/ 12311 w 24622"/>
                <a:gd name="connsiteY6" fmla="*/ 0 h 245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622" h="245795">
                  <a:moveTo>
                    <a:pt x="12311" y="0"/>
                  </a:moveTo>
                  <a:lnTo>
                    <a:pt x="24623" y="0"/>
                  </a:lnTo>
                  <a:lnTo>
                    <a:pt x="24623" y="245796"/>
                  </a:lnTo>
                  <a:lnTo>
                    <a:pt x="12311" y="245796"/>
                  </a:lnTo>
                  <a:cubicBezTo>
                    <a:pt x="5549" y="245796"/>
                    <a:pt x="0" y="240247"/>
                    <a:pt x="0" y="233484"/>
                  </a:cubicBezTo>
                  <a:lnTo>
                    <a:pt x="0" y="12311"/>
                  </a:lnTo>
                  <a:cubicBezTo>
                    <a:pt x="87" y="5549"/>
                    <a:pt x="5549" y="0"/>
                    <a:pt x="12311" y="0"/>
                  </a:cubicBezTo>
                  <a:close/>
                </a:path>
              </a:pathLst>
            </a:custGeom>
            <a:solidFill>
              <a:schemeClr val="tx1"/>
            </a:solidFill>
            <a:ln w="1234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  <p:sp>
          <p:nvSpPr>
            <p:cNvPr id="42" name="Freihandform: Form 41">
              <a:extLst>
                <a:ext uri="{FF2B5EF4-FFF2-40B4-BE49-F238E27FC236}">
                  <a16:creationId xmlns:a16="http://schemas.microsoft.com/office/drawing/2014/main" id="{8CCE9B21-8BA3-ECB2-1939-33C5A84071A7}"/>
                </a:ext>
              </a:extLst>
            </p:cNvPr>
            <p:cNvSpPr/>
            <p:nvPr/>
          </p:nvSpPr>
          <p:spPr bwMode="gray">
            <a:xfrm>
              <a:off x="12760032" y="1905154"/>
              <a:ext cx="24622" cy="442345"/>
            </a:xfrm>
            <a:custGeom>
              <a:avLst/>
              <a:gdLst>
                <a:gd name="connsiteX0" fmla="*/ 12311 w 24622"/>
                <a:gd name="connsiteY0" fmla="*/ 0 h 442345"/>
                <a:gd name="connsiteX1" fmla="*/ 24623 w 24622"/>
                <a:gd name="connsiteY1" fmla="*/ 0 h 442345"/>
                <a:gd name="connsiteX2" fmla="*/ 24623 w 24622"/>
                <a:gd name="connsiteY2" fmla="*/ 442345 h 442345"/>
                <a:gd name="connsiteX3" fmla="*/ 12311 w 24622"/>
                <a:gd name="connsiteY3" fmla="*/ 442345 h 442345"/>
                <a:gd name="connsiteX4" fmla="*/ 0 w 24622"/>
                <a:gd name="connsiteY4" fmla="*/ 430034 h 442345"/>
                <a:gd name="connsiteX5" fmla="*/ 0 w 24622"/>
                <a:gd name="connsiteY5" fmla="*/ 12225 h 442345"/>
                <a:gd name="connsiteX6" fmla="*/ 12311 w 24622"/>
                <a:gd name="connsiteY6" fmla="*/ 0 h 44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4622" h="442345">
                  <a:moveTo>
                    <a:pt x="12311" y="0"/>
                  </a:moveTo>
                  <a:lnTo>
                    <a:pt x="24623" y="0"/>
                  </a:lnTo>
                  <a:lnTo>
                    <a:pt x="24623" y="442345"/>
                  </a:lnTo>
                  <a:lnTo>
                    <a:pt x="12311" y="442345"/>
                  </a:lnTo>
                  <a:cubicBezTo>
                    <a:pt x="5549" y="442345"/>
                    <a:pt x="0" y="436796"/>
                    <a:pt x="0" y="430034"/>
                  </a:cubicBezTo>
                  <a:lnTo>
                    <a:pt x="0" y="12225"/>
                  </a:lnTo>
                  <a:cubicBezTo>
                    <a:pt x="87" y="5549"/>
                    <a:pt x="5549" y="0"/>
                    <a:pt x="12311" y="0"/>
                  </a:cubicBezTo>
                  <a:close/>
                </a:path>
              </a:pathLst>
            </a:custGeom>
            <a:solidFill>
              <a:schemeClr val="tx1"/>
            </a:solidFill>
            <a:ln w="1656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  <p:sp>
          <p:nvSpPr>
            <p:cNvPr id="43" name="Freihandform: Form 42">
              <a:extLst>
                <a:ext uri="{FF2B5EF4-FFF2-40B4-BE49-F238E27FC236}">
                  <a16:creationId xmlns:a16="http://schemas.microsoft.com/office/drawing/2014/main" id="{FF0671C0-A479-578E-5F1E-5787CB6DD9EA}"/>
                </a:ext>
              </a:extLst>
            </p:cNvPr>
            <p:cNvSpPr/>
            <p:nvPr/>
          </p:nvSpPr>
          <p:spPr bwMode="gray">
            <a:xfrm>
              <a:off x="14738361" y="156407"/>
              <a:ext cx="73695" cy="73695"/>
            </a:xfrm>
            <a:custGeom>
              <a:avLst/>
              <a:gdLst>
                <a:gd name="connsiteX0" fmla="*/ 73695 w 73695"/>
                <a:gd name="connsiteY0" fmla="*/ 36848 h 73695"/>
                <a:gd name="connsiteX1" fmla="*/ 36848 w 73695"/>
                <a:gd name="connsiteY1" fmla="*/ 73695 h 73695"/>
                <a:gd name="connsiteX2" fmla="*/ 0 w 73695"/>
                <a:gd name="connsiteY2" fmla="*/ 36848 h 73695"/>
                <a:gd name="connsiteX3" fmla="*/ 36848 w 73695"/>
                <a:gd name="connsiteY3" fmla="*/ 0 h 73695"/>
                <a:gd name="connsiteX4" fmla="*/ 73695 w 73695"/>
                <a:gd name="connsiteY4" fmla="*/ 36848 h 7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695" h="73695">
                  <a:moveTo>
                    <a:pt x="73695" y="36848"/>
                  </a:moveTo>
                  <a:cubicBezTo>
                    <a:pt x="73695" y="57198"/>
                    <a:pt x="57198" y="73695"/>
                    <a:pt x="36848" y="73695"/>
                  </a:cubicBezTo>
                  <a:cubicBezTo>
                    <a:pt x="16497" y="73695"/>
                    <a:pt x="0" y="57198"/>
                    <a:pt x="0" y="36848"/>
                  </a:cubicBezTo>
                  <a:cubicBezTo>
                    <a:pt x="0" y="16497"/>
                    <a:pt x="16497" y="0"/>
                    <a:pt x="36848" y="0"/>
                  </a:cubicBezTo>
                  <a:cubicBezTo>
                    <a:pt x="57198" y="0"/>
                    <a:pt x="73695" y="16497"/>
                    <a:pt x="73695" y="36848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2164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</p:grpSp>
      <p:sp>
        <p:nvSpPr>
          <p:cNvPr id="44" name="Bild 4">
            <a:extLst>
              <a:ext uri="{FF2B5EF4-FFF2-40B4-BE49-F238E27FC236}">
                <a16:creationId xmlns:a16="http://schemas.microsoft.com/office/drawing/2014/main" id="{5D2D573F-F3F8-D6E0-F088-DF045029C70C}"/>
              </a:ext>
            </a:extLst>
          </p:cNvPr>
          <p:cNvSpPr>
            <a:spLocks noGrp="1" noChangeAspect="1"/>
          </p:cNvSpPr>
          <p:nvPr>
            <p:ph type="pic" sz="quarter" idx="17"/>
          </p:nvPr>
        </p:nvSpPr>
        <p:spPr bwMode="gray">
          <a:xfrm>
            <a:off x="8052333" y="3499080"/>
            <a:ext cx="489016" cy="1059954"/>
          </a:xfrm>
          <a:custGeom>
            <a:avLst/>
            <a:gdLst>
              <a:gd name="connsiteX0" fmla="*/ 74517 w 620972"/>
              <a:gd name="connsiteY0" fmla="*/ 0 h 1346270"/>
              <a:gd name="connsiteX1" fmla="*/ 120206 w 620972"/>
              <a:gd name="connsiteY1" fmla="*/ 0 h 1346270"/>
              <a:gd name="connsiteX2" fmla="*/ 135102 w 620972"/>
              <a:gd name="connsiteY2" fmla="*/ 14897 h 1346270"/>
              <a:gd name="connsiteX3" fmla="*/ 169873 w 620972"/>
              <a:gd name="connsiteY3" fmla="*/ 49666 h 1346270"/>
              <a:gd name="connsiteX4" fmla="*/ 451100 w 620972"/>
              <a:gd name="connsiteY4" fmla="*/ 49666 h 1346270"/>
              <a:gd name="connsiteX5" fmla="*/ 485871 w 620972"/>
              <a:gd name="connsiteY5" fmla="*/ 14897 h 1346270"/>
              <a:gd name="connsiteX6" fmla="*/ 500767 w 620972"/>
              <a:gd name="connsiteY6" fmla="*/ 0 h 1346270"/>
              <a:gd name="connsiteX7" fmla="*/ 546455 w 620972"/>
              <a:gd name="connsiteY7" fmla="*/ 0 h 1346270"/>
              <a:gd name="connsiteX8" fmla="*/ 620972 w 620972"/>
              <a:gd name="connsiteY8" fmla="*/ 74517 h 1346270"/>
              <a:gd name="connsiteX9" fmla="*/ 620972 w 620972"/>
              <a:gd name="connsiteY9" fmla="*/ 1271753 h 1346270"/>
              <a:gd name="connsiteX10" fmla="*/ 546455 w 620972"/>
              <a:gd name="connsiteY10" fmla="*/ 1346270 h 1346270"/>
              <a:gd name="connsiteX11" fmla="*/ 74517 w 620972"/>
              <a:gd name="connsiteY11" fmla="*/ 1346270 h 1346270"/>
              <a:gd name="connsiteX12" fmla="*/ 0 w 620972"/>
              <a:gd name="connsiteY12" fmla="*/ 1271753 h 1346270"/>
              <a:gd name="connsiteX13" fmla="*/ 0 w 620972"/>
              <a:gd name="connsiteY13" fmla="*/ 74517 h 1346270"/>
              <a:gd name="connsiteX14" fmla="*/ 74517 w 620972"/>
              <a:gd name="connsiteY14" fmla="*/ 0 h 134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20972" h="1346270">
                <a:moveTo>
                  <a:pt x="74517" y="0"/>
                </a:moveTo>
                <a:lnTo>
                  <a:pt x="120206" y="0"/>
                </a:lnTo>
                <a:cubicBezTo>
                  <a:pt x="128425" y="0"/>
                  <a:pt x="135102" y="6660"/>
                  <a:pt x="135102" y="14897"/>
                </a:cubicBezTo>
                <a:cubicBezTo>
                  <a:pt x="135102" y="34104"/>
                  <a:pt x="150665" y="49666"/>
                  <a:pt x="169873" y="49666"/>
                </a:cubicBezTo>
                <a:lnTo>
                  <a:pt x="451100" y="49666"/>
                </a:lnTo>
                <a:cubicBezTo>
                  <a:pt x="470308" y="49666"/>
                  <a:pt x="485871" y="34104"/>
                  <a:pt x="485871" y="14897"/>
                </a:cubicBezTo>
                <a:cubicBezTo>
                  <a:pt x="485871" y="6677"/>
                  <a:pt x="492530" y="0"/>
                  <a:pt x="500767" y="0"/>
                </a:cubicBezTo>
                <a:lnTo>
                  <a:pt x="546455" y="0"/>
                </a:lnTo>
                <a:cubicBezTo>
                  <a:pt x="587446" y="0"/>
                  <a:pt x="620972" y="33526"/>
                  <a:pt x="620972" y="74517"/>
                </a:cubicBezTo>
                <a:lnTo>
                  <a:pt x="620972" y="1271753"/>
                </a:lnTo>
                <a:cubicBezTo>
                  <a:pt x="620972" y="1312745"/>
                  <a:pt x="587446" y="1346270"/>
                  <a:pt x="546455" y="1346270"/>
                </a:cubicBezTo>
                <a:lnTo>
                  <a:pt x="74517" y="1346270"/>
                </a:lnTo>
                <a:cubicBezTo>
                  <a:pt x="33526" y="1346270"/>
                  <a:pt x="0" y="1312745"/>
                  <a:pt x="0" y="1271753"/>
                </a:cubicBezTo>
                <a:lnTo>
                  <a:pt x="0" y="74517"/>
                </a:lnTo>
                <a:cubicBezTo>
                  <a:pt x="0" y="33526"/>
                  <a:pt x="33526" y="0"/>
                  <a:pt x="7451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144000" tIns="144000" rIns="144000" bIns="144000" rtlCol="0">
            <a:noAutofit/>
          </a:bodyPr>
          <a:lstStyle>
            <a:lvl1pPr marL="0" indent="0" algn="l">
              <a:buNone/>
              <a:defRPr lang="en-US"/>
            </a:lvl1pPr>
          </a:lstStyle>
          <a:p>
            <a:pPr marL="212606" lvl="0" indent="-212606"/>
            <a:r>
              <a:rPr lang="en-GB" noProof="0"/>
              <a:t>Click icon to add picture</a:t>
            </a:r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837660173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6" name="Linie 1">
            <a:extLst>
              <a:ext uri="{FF2B5EF4-FFF2-40B4-BE49-F238E27FC236}">
                <a16:creationId xmlns:a16="http://schemas.microsoft.com/office/drawing/2014/main" id="{D7DC3E42-37C3-84FD-FAAA-739CD7EA64CA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0" y="4566857"/>
            <a:ext cx="5238000" cy="7824"/>
          </a:xfrm>
          <a:prstGeom prst="line">
            <a:avLst/>
          </a:prstGeom>
          <a:ln w="254000">
            <a:gradFill>
              <a:gsLst>
                <a:gs pos="0">
                  <a:schemeClr val="bg1">
                    <a:lumMod val="75000"/>
                    <a:alpha val="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5400000" scaled="1"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Linie 2">
            <a:extLst>
              <a:ext uri="{FF2B5EF4-FFF2-40B4-BE49-F238E27FC236}">
                <a16:creationId xmlns:a16="http://schemas.microsoft.com/office/drawing/2014/main" id="{271F2E38-7525-6E69-DB86-674AED004E66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0" y="4574681"/>
            <a:ext cx="5238000" cy="20"/>
          </a:xfrm>
          <a:prstGeom prst="line">
            <a:avLst/>
          </a:prstGeom>
          <a:ln w="254000">
            <a:gradFill>
              <a:gsLst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  <a:gs pos="0">
                  <a:schemeClr val="bg1"/>
                </a:gs>
                <a:gs pos="100000">
                  <a:schemeClr val="bg1"/>
                </a:gs>
              </a:gsLst>
              <a:lin ang="0" scaled="0"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03ED3C02-C333-CEDA-E07E-4478CDFC635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59318CB-83E3-F25F-33DC-44DDBEBE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B558CB4A-4F40-D34A-9DA1-E595CEB7FCEB}" type="datetime1">
              <a:rPr lang="en-US" smtClean="0"/>
              <a:t>8/29/2026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C32B3B-6EF9-FF7F-CD46-7B4AAC5A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BEB506-D959-87F7-AE39-613AA81A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0" name="Inhaltsplatzhalter 9">
            <a:extLst>
              <a:ext uri="{FF2B5EF4-FFF2-40B4-BE49-F238E27FC236}">
                <a16:creationId xmlns:a16="http://schemas.microsoft.com/office/drawing/2014/main" id="{9E3501FB-C37B-0DE8-B5C9-268DA409FE2C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652506" y="1383506"/>
            <a:ext cx="2970001" cy="3348038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grpSp>
        <p:nvGrpSpPr>
          <p:cNvPr id="61" name="iMac 27''">
            <a:extLst>
              <a:ext uri="{FF2B5EF4-FFF2-40B4-BE49-F238E27FC236}">
                <a16:creationId xmlns:a16="http://schemas.microsoft.com/office/drawing/2014/main" id="{AD34EC9E-82E1-5D63-5601-3CCB081977EE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600700" y="1244291"/>
            <a:ext cx="4138228" cy="3330391"/>
            <a:chOff x="3486052" y="1580400"/>
            <a:chExt cx="5254892" cy="4230000"/>
          </a:xfrm>
        </p:grpSpPr>
        <p:grpSp>
          <p:nvGrpSpPr>
            <p:cNvPr id="62" name="Fuß">
              <a:extLst>
                <a:ext uri="{FF2B5EF4-FFF2-40B4-BE49-F238E27FC236}">
                  <a16:creationId xmlns:a16="http://schemas.microsoft.com/office/drawing/2014/main" id="{6604E307-22EB-229F-516C-AB6A3E1ABAB3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5313780" y="4710855"/>
              <a:ext cx="1599384" cy="1099545"/>
              <a:chOff x="5313780" y="4710855"/>
              <a:chExt cx="1599384" cy="1099545"/>
            </a:xfrm>
          </p:grpSpPr>
          <p:sp>
            <p:nvSpPr>
              <p:cNvPr id="73" name="Freihandform: Form 72">
                <a:extLst>
                  <a:ext uri="{FF2B5EF4-FFF2-40B4-BE49-F238E27FC236}">
                    <a16:creationId xmlns:a16="http://schemas.microsoft.com/office/drawing/2014/main" id="{E73807DB-6606-44F9-6598-B584913ECD93}"/>
                  </a:ext>
                </a:extLst>
              </p:cNvPr>
              <p:cNvSpPr/>
              <p:nvPr/>
            </p:nvSpPr>
            <p:spPr bwMode="gray">
              <a:xfrm>
                <a:off x="5313780" y="5780031"/>
                <a:ext cx="1599384" cy="30369"/>
              </a:xfrm>
              <a:custGeom>
                <a:avLst/>
                <a:gdLst>
                  <a:gd name="connsiteX0" fmla="*/ 866344 w 1732689"/>
                  <a:gd name="connsiteY0" fmla="*/ 10785 h 32900"/>
                  <a:gd name="connsiteX1" fmla="*/ 0 w 1732689"/>
                  <a:gd name="connsiteY1" fmla="*/ 40 h 32900"/>
                  <a:gd name="connsiteX2" fmla="*/ 0 w 1732689"/>
                  <a:gd name="connsiteY2" fmla="*/ 18236 h 32900"/>
                  <a:gd name="connsiteX3" fmla="*/ 866344 w 1732689"/>
                  <a:gd name="connsiteY3" fmla="*/ 32167 h 32900"/>
                  <a:gd name="connsiteX4" fmla="*/ 1732690 w 1732689"/>
                  <a:gd name="connsiteY4" fmla="*/ 18236 h 32900"/>
                  <a:gd name="connsiteX5" fmla="*/ 1732690 w 1732689"/>
                  <a:gd name="connsiteY5" fmla="*/ 40 h 32900"/>
                  <a:gd name="connsiteX6" fmla="*/ 866344 w 1732689"/>
                  <a:gd name="connsiteY6" fmla="*/ 10785 h 32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732689" h="32900">
                    <a:moveTo>
                      <a:pt x="866344" y="10785"/>
                    </a:moveTo>
                    <a:cubicBezTo>
                      <a:pt x="85257" y="10785"/>
                      <a:pt x="0" y="15050"/>
                      <a:pt x="0" y="40"/>
                    </a:cubicBezTo>
                    <a:cubicBezTo>
                      <a:pt x="0" y="-986"/>
                      <a:pt x="0" y="18236"/>
                      <a:pt x="0" y="18236"/>
                    </a:cubicBezTo>
                    <a:cubicBezTo>
                      <a:pt x="0" y="37728"/>
                      <a:pt x="85257" y="32167"/>
                      <a:pt x="866344" y="32167"/>
                    </a:cubicBezTo>
                    <a:cubicBezTo>
                      <a:pt x="1647432" y="32167"/>
                      <a:pt x="1732690" y="37728"/>
                      <a:pt x="1732690" y="18236"/>
                    </a:cubicBezTo>
                    <a:lnTo>
                      <a:pt x="1732690" y="40"/>
                    </a:lnTo>
                    <a:cubicBezTo>
                      <a:pt x="1732636" y="15104"/>
                      <a:pt x="1647216" y="10785"/>
                      <a:pt x="866344" y="10785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575"/>
              </a:p>
            </p:txBody>
          </p:sp>
          <p:sp>
            <p:nvSpPr>
              <p:cNvPr id="74" name="Grafik 9">
                <a:extLst>
                  <a:ext uri="{FF2B5EF4-FFF2-40B4-BE49-F238E27FC236}">
                    <a16:creationId xmlns:a16="http://schemas.microsoft.com/office/drawing/2014/main" id="{7995A34F-1B83-3F9C-953E-C802EF4F7681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5314272" y="4710855"/>
                <a:ext cx="1598400" cy="1079648"/>
              </a:xfrm>
              <a:custGeom>
                <a:avLst/>
                <a:gdLst>
                  <a:gd name="connsiteX0" fmla="*/ 2451926 w 3056572"/>
                  <a:gd name="connsiteY0" fmla="*/ 0 h 2064579"/>
                  <a:gd name="connsiteX1" fmla="*/ 2532412 w 3056572"/>
                  <a:gd name="connsiteY1" fmla="*/ 1382173 h 2064579"/>
                  <a:gd name="connsiteX2" fmla="*/ 2665762 w 3056572"/>
                  <a:gd name="connsiteY2" fmla="*/ 1884712 h 2064579"/>
                  <a:gd name="connsiteX3" fmla="*/ 3056573 w 3056572"/>
                  <a:gd name="connsiteY3" fmla="*/ 2044637 h 2064579"/>
                  <a:gd name="connsiteX4" fmla="*/ 1528286 w 3056572"/>
                  <a:gd name="connsiteY4" fmla="*/ 2063591 h 2064579"/>
                  <a:gd name="connsiteX5" fmla="*/ 0 w 3056572"/>
                  <a:gd name="connsiteY5" fmla="*/ 2044637 h 2064579"/>
                  <a:gd name="connsiteX6" fmla="*/ 390811 w 3056572"/>
                  <a:gd name="connsiteY6" fmla="*/ 1884712 h 2064579"/>
                  <a:gd name="connsiteX7" fmla="*/ 505111 w 3056572"/>
                  <a:gd name="connsiteY7" fmla="*/ 1382173 h 2064579"/>
                  <a:gd name="connsiteX8" fmla="*/ 585597 w 3056572"/>
                  <a:gd name="connsiteY8" fmla="*/ 0 h 2064579"/>
                  <a:gd name="connsiteX9" fmla="*/ 2451926 w 3056572"/>
                  <a:gd name="connsiteY9" fmla="*/ 0 h 2064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3056572" h="2064579">
                    <a:moveTo>
                      <a:pt x="2451926" y="0"/>
                    </a:moveTo>
                    <a:cubicBezTo>
                      <a:pt x="2451926" y="0"/>
                      <a:pt x="2509838" y="1177004"/>
                      <a:pt x="2532412" y="1382173"/>
                    </a:cubicBezTo>
                    <a:cubicBezTo>
                      <a:pt x="2560130" y="1634300"/>
                      <a:pt x="2596991" y="1831753"/>
                      <a:pt x="2665762" y="1884712"/>
                    </a:cubicBezTo>
                    <a:cubicBezTo>
                      <a:pt x="2754059" y="1952720"/>
                      <a:pt x="3056573" y="2018157"/>
                      <a:pt x="3056573" y="2044637"/>
                    </a:cubicBezTo>
                    <a:cubicBezTo>
                      <a:pt x="3056573" y="2071116"/>
                      <a:pt x="2906173" y="2063591"/>
                      <a:pt x="1528286" y="2063591"/>
                    </a:cubicBezTo>
                    <a:cubicBezTo>
                      <a:pt x="150400" y="2063591"/>
                      <a:pt x="0" y="2071116"/>
                      <a:pt x="0" y="2044637"/>
                    </a:cubicBezTo>
                    <a:cubicBezTo>
                      <a:pt x="0" y="2018157"/>
                      <a:pt x="302514" y="1952720"/>
                      <a:pt x="390811" y="1884712"/>
                    </a:cubicBezTo>
                    <a:cubicBezTo>
                      <a:pt x="459581" y="1831753"/>
                      <a:pt x="477393" y="1634204"/>
                      <a:pt x="505111" y="1382173"/>
                    </a:cubicBezTo>
                    <a:cubicBezTo>
                      <a:pt x="527780" y="1177004"/>
                      <a:pt x="585597" y="0"/>
                      <a:pt x="585597" y="0"/>
                    </a:cubicBezTo>
                    <a:lnTo>
                      <a:pt x="2451926" y="0"/>
                    </a:lnTo>
                    <a:close/>
                  </a:path>
                </a:pathLst>
              </a:custGeom>
              <a:solidFill>
                <a:schemeClr val="bg1"/>
              </a:solidFill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/>
                <a:endParaRPr lang="en-US" sz="1575"/>
              </a:p>
            </p:txBody>
          </p:sp>
        </p:grpSp>
        <p:grpSp>
          <p:nvGrpSpPr>
            <p:cNvPr id="63" name="Bildschirm">
              <a:extLst>
                <a:ext uri="{FF2B5EF4-FFF2-40B4-BE49-F238E27FC236}">
                  <a16:creationId xmlns:a16="http://schemas.microsoft.com/office/drawing/2014/main" id="{FFCBE9BA-6824-E087-CE1B-A00A01D653B5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3486052" y="1580400"/>
              <a:ext cx="5254892" cy="3624158"/>
              <a:chOff x="15786068" y="1136714"/>
              <a:chExt cx="5246890" cy="3618640"/>
            </a:xfrm>
            <a:scene3d>
              <a:camera prst="perspectiveRelaxed">
                <a:rot lat="20700000" lon="0" rev="0"/>
              </a:camera>
              <a:lightRig rig="threePt" dir="t"/>
            </a:scene3d>
          </p:grpSpPr>
          <p:sp>
            <p:nvSpPr>
              <p:cNvPr id="67" name="Freihandform: Form 66">
                <a:extLst>
                  <a:ext uri="{FF2B5EF4-FFF2-40B4-BE49-F238E27FC236}">
                    <a16:creationId xmlns:a16="http://schemas.microsoft.com/office/drawing/2014/main" id="{0F487CB7-7B24-E0F2-7256-696E2E93D489}"/>
                  </a:ext>
                </a:extLst>
              </p:cNvPr>
              <p:cNvSpPr/>
              <p:nvPr/>
            </p:nvSpPr>
            <p:spPr bwMode="gray">
              <a:xfrm>
                <a:off x="15786068" y="1136714"/>
                <a:ext cx="5246842" cy="3602168"/>
              </a:xfrm>
              <a:custGeom>
                <a:avLst/>
                <a:gdLst>
                  <a:gd name="connsiteX0" fmla="*/ 5539747 w 5692821"/>
                  <a:gd name="connsiteY0" fmla="*/ 3908351 h 3908351"/>
                  <a:gd name="connsiteX1" fmla="*/ 153075 w 5692821"/>
                  <a:gd name="connsiteY1" fmla="*/ 3908351 h 3908351"/>
                  <a:gd name="connsiteX2" fmla="*/ 0 w 5692821"/>
                  <a:gd name="connsiteY2" fmla="*/ 3755276 h 3908351"/>
                  <a:gd name="connsiteX3" fmla="*/ 0 w 5692821"/>
                  <a:gd name="connsiteY3" fmla="*/ 153075 h 3908351"/>
                  <a:gd name="connsiteX4" fmla="*/ 153075 w 5692821"/>
                  <a:gd name="connsiteY4" fmla="*/ 0 h 3908351"/>
                  <a:gd name="connsiteX5" fmla="*/ 5539747 w 5692821"/>
                  <a:gd name="connsiteY5" fmla="*/ 0 h 3908351"/>
                  <a:gd name="connsiteX6" fmla="*/ 5692822 w 5692821"/>
                  <a:gd name="connsiteY6" fmla="*/ 153075 h 3908351"/>
                  <a:gd name="connsiteX7" fmla="*/ 5692822 w 5692821"/>
                  <a:gd name="connsiteY7" fmla="*/ 3755330 h 3908351"/>
                  <a:gd name="connsiteX8" fmla="*/ 5539747 w 5692821"/>
                  <a:gd name="connsiteY8" fmla="*/ 3908351 h 3908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92821" h="3908351">
                    <a:moveTo>
                      <a:pt x="5539747" y="3908351"/>
                    </a:moveTo>
                    <a:lnTo>
                      <a:pt x="153075" y="3908351"/>
                    </a:lnTo>
                    <a:cubicBezTo>
                      <a:pt x="68897" y="3908351"/>
                      <a:pt x="0" y="3839454"/>
                      <a:pt x="0" y="3755276"/>
                    </a:cubicBezTo>
                    <a:lnTo>
                      <a:pt x="0" y="153075"/>
                    </a:lnTo>
                    <a:cubicBezTo>
                      <a:pt x="0" y="68897"/>
                      <a:pt x="68897" y="0"/>
                      <a:pt x="153075" y="0"/>
                    </a:cubicBezTo>
                    <a:lnTo>
                      <a:pt x="5539747" y="0"/>
                    </a:lnTo>
                    <a:cubicBezTo>
                      <a:pt x="5623925" y="0"/>
                      <a:pt x="5692822" y="68897"/>
                      <a:pt x="5692822" y="153075"/>
                    </a:cubicBezTo>
                    <a:lnTo>
                      <a:pt x="5692822" y="3755330"/>
                    </a:lnTo>
                    <a:cubicBezTo>
                      <a:pt x="5692822" y="3839508"/>
                      <a:pt x="5623925" y="3908351"/>
                      <a:pt x="5539747" y="3908351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US" sz="1488"/>
              </a:p>
            </p:txBody>
          </p:sp>
          <p:sp>
            <p:nvSpPr>
              <p:cNvPr id="68" name="Freihandform: Form 67">
                <a:extLst>
                  <a:ext uri="{FF2B5EF4-FFF2-40B4-BE49-F238E27FC236}">
                    <a16:creationId xmlns:a16="http://schemas.microsoft.com/office/drawing/2014/main" id="{3C43E9EA-8D47-76EB-FEBF-4598E0CF4AE0}"/>
                  </a:ext>
                </a:extLst>
              </p:cNvPr>
              <p:cNvSpPr/>
              <p:nvPr/>
            </p:nvSpPr>
            <p:spPr bwMode="gray">
              <a:xfrm>
                <a:off x="15786116" y="1136714"/>
                <a:ext cx="5246842" cy="3125073"/>
              </a:xfrm>
              <a:custGeom>
                <a:avLst/>
                <a:gdLst>
                  <a:gd name="connsiteX0" fmla="*/ 5692768 w 5692821"/>
                  <a:gd name="connsiteY0" fmla="*/ 3390704 h 3390703"/>
                  <a:gd name="connsiteX1" fmla="*/ 0 w 5692821"/>
                  <a:gd name="connsiteY1" fmla="*/ 3390704 h 3390703"/>
                  <a:gd name="connsiteX2" fmla="*/ 0 w 5692821"/>
                  <a:gd name="connsiteY2" fmla="*/ 153075 h 3390703"/>
                  <a:gd name="connsiteX3" fmla="*/ 153075 w 5692821"/>
                  <a:gd name="connsiteY3" fmla="*/ 0 h 3390703"/>
                  <a:gd name="connsiteX4" fmla="*/ 5539747 w 5692821"/>
                  <a:gd name="connsiteY4" fmla="*/ 0 h 3390703"/>
                  <a:gd name="connsiteX5" fmla="*/ 5692822 w 5692821"/>
                  <a:gd name="connsiteY5" fmla="*/ 153075 h 3390703"/>
                  <a:gd name="connsiteX6" fmla="*/ 5692822 w 5692821"/>
                  <a:gd name="connsiteY6" fmla="*/ 3390704 h 3390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692821" h="3390703">
                    <a:moveTo>
                      <a:pt x="5692768" y="3390704"/>
                    </a:moveTo>
                    <a:lnTo>
                      <a:pt x="0" y="3390704"/>
                    </a:lnTo>
                    <a:lnTo>
                      <a:pt x="0" y="153075"/>
                    </a:lnTo>
                    <a:cubicBezTo>
                      <a:pt x="0" y="68897"/>
                      <a:pt x="68897" y="0"/>
                      <a:pt x="153075" y="0"/>
                    </a:cubicBezTo>
                    <a:lnTo>
                      <a:pt x="5539747" y="0"/>
                    </a:lnTo>
                    <a:cubicBezTo>
                      <a:pt x="5623925" y="0"/>
                      <a:pt x="5692822" y="68897"/>
                      <a:pt x="5692822" y="153075"/>
                    </a:cubicBezTo>
                    <a:lnTo>
                      <a:pt x="5692822" y="3390704"/>
                    </a:lnTo>
                    <a:close/>
                  </a:path>
                </a:pathLst>
              </a:custGeom>
              <a:solidFill>
                <a:schemeClr val="bg1"/>
              </a:solidFill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US" sz="1488"/>
              </a:p>
            </p:txBody>
          </p:sp>
          <p:sp>
            <p:nvSpPr>
              <p:cNvPr id="69" name="Freihandform: Form 68">
                <a:extLst>
                  <a:ext uri="{FF2B5EF4-FFF2-40B4-BE49-F238E27FC236}">
                    <a16:creationId xmlns:a16="http://schemas.microsoft.com/office/drawing/2014/main" id="{2F370990-8C9C-308E-B23A-C8566FA23738}"/>
                  </a:ext>
                </a:extLst>
              </p:cNvPr>
              <p:cNvSpPr/>
              <p:nvPr/>
            </p:nvSpPr>
            <p:spPr bwMode="gray">
              <a:xfrm>
                <a:off x="20891827" y="4738882"/>
                <a:ext cx="50" cy="4976"/>
              </a:xfrm>
              <a:custGeom>
                <a:avLst/>
                <a:gdLst>
                  <a:gd name="connsiteX0" fmla="*/ 54 w 54"/>
                  <a:gd name="connsiteY0" fmla="*/ 0 h 5399"/>
                  <a:gd name="connsiteX1" fmla="*/ 0 w 54"/>
                  <a:gd name="connsiteY1" fmla="*/ 0 h 5399"/>
                  <a:gd name="connsiteX2" fmla="*/ 54 w 54"/>
                  <a:gd name="connsiteY2" fmla="*/ 0 h 5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54" h="5399">
                    <a:moveTo>
                      <a:pt x="54" y="0"/>
                    </a:moveTo>
                    <a:lnTo>
                      <a:pt x="0" y="0"/>
                    </a:lnTo>
                    <a:lnTo>
                      <a:pt x="54" y="0"/>
                    </a:lnTo>
                    <a:close/>
                  </a:path>
                </a:pathLst>
              </a:custGeom>
              <a:solidFill>
                <a:schemeClr val="tx1">
                  <a:lumMod val="65000"/>
                  <a:lumOff val="35000"/>
                </a:schemeClr>
              </a:solidFill>
              <a:ln w="5399" cap="flat">
                <a:noFill/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US" sz="1488"/>
              </a:p>
            </p:txBody>
          </p:sp>
          <p:grpSp>
            <p:nvGrpSpPr>
              <p:cNvPr id="70" name="Grafik 85">
                <a:extLst>
                  <a:ext uri="{FF2B5EF4-FFF2-40B4-BE49-F238E27FC236}">
                    <a16:creationId xmlns:a16="http://schemas.microsoft.com/office/drawing/2014/main" id="{FC68A16A-74DA-8562-3D52-5EB2E540E116}"/>
                  </a:ext>
                </a:extLst>
              </p:cNvPr>
              <p:cNvGrpSpPr/>
              <p:nvPr/>
            </p:nvGrpSpPr>
            <p:grpSpPr bwMode="gray">
              <a:xfrm>
                <a:off x="15847079" y="4712009"/>
                <a:ext cx="5127307" cy="43345"/>
                <a:chOff x="2778998" y="5016119"/>
                <a:chExt cx="5563126" cy="47029"/>
              </a:xfrm>
              <a:solidFill>
                <a:schemeClr val="tx1">
                  <a:lumMod val="65000"/>
                  <a:lumOff val="35000"/>
                </a:schemeClr>
              </a:solidFill>
            </p:grpSpPr>
            <p:sp>
              <p:nvSpPr>
                <p:cNvPr id="71" name="Freihandform: Form 70">
                  <a:extLst>
                    <a:ext uri="{FF2B5EF4-FFF2-40B4-BE49-F238E27FC236}">
                      <a16:creationId xmlns:a16="http://schemas.microsoft.com/office/drawing/2014/main" id="{EB61B385-0206-3EEF-BC25-1DA28F9D1512}"/>
                    </a:ext>
                  </a:extLst>
                </p:cNvPr>
                <p:cNvSpPr/>
                <p:nvPr/>
              </p:nvSpPr>
              <p:spPr bwMode="gray">
                <a:xfrm>
                  <a:off x="8252547" y="5045276"/>
                  <a:ext cx="54" cy="5399"/>
                </a:xfrm>
                <a:custGeom>
                  <a:avLst/>
                  <a:gdLst>
                    <a:gd name="connsiteX0" fmla="*/ 54 w 54"/>
                    <a:gd name="connsiteY0" fmla="*/ 0 h 5399"/>
                    <a:gd name="connsiteX1" fmla="*/ 0 w 54"/>
                    <a:gd name="connsiteY1" fmla="*/ 0 h 5399"/>
                    <a:gd name="connsiteX2" fmla="*/ 54 w 54"/>
                    <a:gd name="connsiteY2" fmla="*/ 0 h 539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54" h="5399">
                      <a:moveTo>
                        <a:pt x="54" y="0"/>
                      </a:moveTo>
                      <a:lnTo>
                        <a:pt x="0" y="0"/>
                      </a:lnTo>
                      <a:lnTo>
                        <a:pt x="54" y="0"/>
                      </a:lnTo>
                      <a:close/>
                    </a:path>
                  </a:pathLst>
                </a:custGeom>
                <a:grpFill/>
                <a:ln w="5399" cap="flat">
                  <a:noFill/>
                  <a:prstDash val="solid"/>
                  <a:miter/>
                </a:ln>
              </p:spPr>
              <p:txBody>
                <a:bodyPr lIns="0" tIns="0" rIns="0" bIns="0" rtlCol="0" anchor="ctr"/>
                <a:lstStyle/>
                <a:p>
                  <a:endParaRPr lang="en-US" sz="1488"/>
                </a:p>
              </p:txBody>
            </p:sp>
            <p:sp>
              <p:nvSpPr>
                <p:cNvPr id="72" name="Freihandform: Form 71">
                  <a:extLst>
                    <a:ext uri="{FF2B5EF4-FFF2-40B4-BE49-F238E27FC236}">
                      <a16:creationId xmlns:a16="http://schemas.microsoft.com/office/drawing/2014/main" id="{F539CA58-2A51-9E7C-FF8A-EFE738B30D49}"/>
                    </a:ext>
                  </a:extLst>
                </p:cNvPr>
                <p:cNvSpPr/>
                <p:nvPr/>
              </p:nvSpPr>
              <p:spPr bwMode="gray">
                <a:xfrm>
                  <a:off x="2778998" y="5016119"/>
                  <a:ext cx="5563126" cy="47029"/>
                </a:xfrm>
                <a:custGeom>
                  <a:avLst/>
                  <a:gdLst>
                    <a:gd name="connsiteX0" fmla="*/ 5563127 w 5563126"/>
                    <a:gd name="connsiteY0" fmla="*/ 0 h 47029"/>
                    <a:gd name="connsiteX1" fmla="*/ 5473550 w 5563126"/>
                    <a:gd name="connsiteY1" fmla="*/ 29211 h 47029"/>
                    <a:gd name="connsiteX2" fmla="*/ 86878 w 5563126"/>
                    <a:gd name="connsiteY2" fmla="*/ 29211 h 47029"/>
                    <a:gd name="connsiteX3" fmla="*/ 54 w 5563126"/>
                    <a:gd name="connsiteY3" fmla="*/ 1944 h 47029"/>
                    <a:gd name="connsiteX4" fmla="*/ 0 w 5563126"/>
                    <a:gd name="connsiteY4" fmla="*/ 1944 h 47029"/>
                    <a:gd name="connsiteX5" fmla="*/ 108205 w 5563126"/>
                    <a:gd name="connsiteY5" fmla="*/ 47029 h 47029"/>
                    <a:gd name="connsiteX6" fmla="*/ 5452221 w 5563126"/>
                    <a:gd name="connsiteY6" fmla="*/ 47029 h 47029"/>
                    <a:gd name="connsiteX7" fmla="*/ 5563127 w 5563126"/>
                    <a:gd name="connsiteY7" fmla="*/ 0 h 47029"/>
                    <a:gd name="connsiteX8" fmla="*/ 5563127 w 5563126"/>
                    <a:gd name="connsiteY8" fmla="*/ 0 h 470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5563126" h="47029">
                      <a:moveTo>
                        <a:pt x="5563127" y="0"/>
                      </a:moveTo>
                      <a:cubicBezTo>
                        <a:pt x="5537911" y="18304"/>
                        <a:pt x="5506918" y="29211"/>
                        <a:pt x="5473550" y="29211"/>
                      </a:cubicBezTo>
                      <a:lnTo>
                        <a:pt x="86878" y="29211"/>
                      </a:lnTo>
                      <a:cubicBezTo>
                        <a:pt x="54697" y="29211"/>
                        <a:pt x="24784" y="19114"/>
                        <a:pt x="54" y="1944"/>
                      </a:cubicBezTo>
                      <a:lnTo>
                        <a:pt x="0" y="1944"/>
                      </a:lnTo>
                      <a:cubicBezTo>
                        <a:pt x="27753" y="29751"/>
                        <a:pt x="66089" y="47029"/>
                        <a:pt x="108205" y="47029"/>
                      </a:cubicBezTo>
                      <a:lnTo>
                        <a:pt x="5452221" y="47029"/>
                      </a:lnTo>
                      <a:cubicBezTo>
                        <a:pt x="5495310" y="47029"/>
                        <a:pt x="5535158" y="28779"/>
                        <a:pt x="5563127" y="0"/>
                      </a:cubicBezTo>
                      <a:lnTo>
                        <a:pt x="5563127" y="0"/>
                      </a:lnTo>
                      <a:close/>
                    </a:path>
                  </a:pathLst>
                </a:custGeom>
                <a:solidFill>
                  <a:schemeClr val="bg1"/>
                </a:solidFill>
                <a:ln w="6350" cap="flat">
                  <a:solidFill>
                    <a:schemeClr val="tx1"/>
                  </a:solidFill>
                  <a:prstDash val="solid"/>
                  <a:miter/>
                </a:ln>
              </p:spPr>
              <p:txBody>
                <a:bodyPr lIns="0" tIns="0" rIns="0" bIns="0" rtlCol="0" anchor="ctr"/>
                <a:lstStyle/>
                <a:p>
                  <a:endParaRPr lang="en-US" sz="1488"/>
                </a:p>
              </p:txBody>
            </p:sp>
          </p:grpSp>
        </p:grpSp>
      </p:grpSp>
      <p:sp>
        <p:nvSpPr>
          <p:cNvPr id="75" name="Bild">
            <a:extLst>
              <a:ext uri="{FF2B5EF4-FFF2-40B4-BE49-F238E27FC236}">
                <a16:creationId xmlns:a16="http://schemas.microsoft.com/office/drawing/2014/main" id="{78C1D6B7-ED67-17EF-A232-461CA6C76A7A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 bwMode="gray">
          <a:xfrm>
            <a:off x="767626" y="1411144"/>
            <a:ext cx="3804374" cy="2130502"/>
          </a:xfrm>
          <a:custGeom>
            <a:avLst/>
            <a:gdLst>
              <a:gd name="connsiteX0" fmla="*/ 0 w 4830950"/>
              <a:gd name="connsiteY0" fmla="*/ 0 h 2705995"/>
              <a:gd name="connsiteX1" fmla="*/ 4830950 w 4830950"/>
              <a:gd name="connsiteY1" fmla="*/ 0 h 2705995"/>
              <a:gd name="connsiteX2" fmla="*/ 4830950 w 4830950"/>
              <a:gd name="connsiteY2" fmla="*/ 2705995 h 2705995"/>
              <a:gd name="connsiteX3" fmla="*/ 0 w 4830950"/>
              <a:gd name="connsiteY3" fmla="*/ 2705995 h 2705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30950" h="2705995">
                <a:moveTo>
                  <a:pt x="0" y="0"/>
                </a:moveTo>
                <a:lnTo>
                  <a:pt x="4830950" y="0"/>
                </a:lnTo>
                <a:lnTo>
                  <a:pt x="4830950" y="2705995"/>
                </a:lnTo>
                <a:lnTo>
                  <a:pt x="0" y="2705995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scene3d>
            <a:camera prst="perspectiveRelaxed">
              <a:rot lat="20580000" lon="0" rev="0"/>
            </a:camera>
            <a:lightRig rig="threePt" dir="t"/>
          </a:scene3d>
        </p:spPr>
        <p:txBody>
          <a:bodyPr vert="horz" wrap="square" lIns="144000" tIns="144000" rIns="144000" bIns="144000" rtlCol="0">
            <a:noAutofit/>
          </a:bodyPr>
          <a:lstStyle>
            <a:lvl1pPr>
              <a:defRPr lang="en-US"/>
            </a:lvl1pPr>
          </a:lstStyle>
          <a:p>
            <a:pPr lvl="0">
              <a:buNone/>
            </a:pPr>
            <a:r>
              <a:rPr lang="en-GB"/>
              <a:t>Click icon to add picture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66609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Linie 1">
            <a:extLst>
              <a:ext uri="{FF2B5EF4-FFF2-40B4-BE49-F238E27FC236}">
                <a16:creationId xmlns:a16="http://schemas.microsoft.com/office/drawing/2014/main" id="{7234002F-7513-6F25-BBE0-91BED9A5DC9F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3305930" y="4566857"/>
            <a:ext cx="4050000" cy="7824"/>
          </a:xfrm>
          <a:prstGeom prst="line">
            <a:avLst/>
          </a:prstGeom>
          <a:ln w="254000">
            <a:gradFill>
              <a:gsLst>
                <a:gs pos="0">
                  <a:schemeClr val="bg1">
                    <a:lumMod val="75000"/>
                    <a:alpha val="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5400000" scaled="1"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Linie 2">
            <a:extLst>
              <a:ext uri="{FF2B5EF4-FFF2-40B4-BE49-F238E27FC236}">
                <a16:creationId xmlns:a16="http://schemas.microsoft.com/office/drawing/2014/main" id="{6F7E9CF3-AAC5-7F2F-CEF9-A521E7B1A0CB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3305930" y="4574681"/>
            <a:ext cx="4050000" cy="20"/>
          </a:xfrm>
          <a:prstGeom prst="line">
            <a:avLst/>
          </a:prstGeom>
          <a:ln w="254000">
            <a:gradFill>
              <a:gsLst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  <a:gs pos="0">
                  <a:schemeClr val="bg1"/>
                </a:gs>
                <a:gs pos="100000">
                  <a:schemeClr val="bg1"/>
                </a:gs>
              </a:gsLst>
              <a:lin ang="0" scaled="0"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iMac 27''">
            <a:extLst>
              <a:ext uri="{FF2B5EF4-FFF2-40B4-BE49-F238E27FC236}">
                <a16:creationId xmlns:a16="http://schemas.microsoft.com/office/drawing/2014/main" id="{2C8DB705-01BE-7ABF-7489-6EB1F8685BB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2937620" y="623563"/>
            <a:ext cx="4946776" cy="3951119"/>
            <a:chOff x="5338662" y="792000"/>
            <a:chExt cx="6281620" cy="5018400"/>
          </a:xfrm>
        </p:grpSpPr>
        <p:grpSp>
          <p:nvGrpSpPr>
            <p:cNvPr id="10" name="Fuß">
              <a:extLst>
                <a:ext uri="{FF2B5EF4-FFF2-40B4-BE49-F238E27FC236}">
                  <a16:creationId xmlns:a16="http://schemas.microsoft.com/office/drawing/2014/main" id="{ED196B16-6E88-6844-2CB8-2A295FB16A27}"/>
                </a:ext>
              </a:extLst>
            </p:cNvPr>
            <p:cNvGrpSpPr>
              <a:grpSpLocks noChangeAspect="1"/>
            </p:cNvGrpSpPr>
            <p:nvPr/>
          </p:nvGrpSpPr>
          <p:grpSpPr bwMode="gray">
            <a:xfrm>
              <a:off x="7240796" y="4982479"/>
              <a:ext cx="2123914" cy="827921"/>
              <a:chOff x="16270915" y="5729118"/>
              <a:chExt cx="2901699" cy="1131109"/>
            </a:xfrm>
          </p:grpSpPr>
          <p:sp>
            <p:nvSpPr>
              <p:cNvPr id="18" name="Freihandform: Form 17">
                <a:extLst>
                  <a:ext uri="{FF2B5EF4-FFF2-40B4-BE49-F238E27FC236}">
                    <a16:creationId xmlns:a16="http://schemas.microsoft.com/office/drawing/2014/main" id="{DF7D5FBB-5B5B-F498-6335-3F1C01FD95C7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6270915" y="5729118"/>
                <a:ext cx="2869120" cy="1106674"/>
              </a:xfrm>
              <a:custGeom>
                <a:avLst/>
                <a:gdLst>
                  <a:gd name="connsiteX0" fmla="*/ 2694656 w 2869120"/>
                  <a:gd name="connsiteY0" fmla="*/ 0 h 1106674"/>
                  <a:gd name="connsiteX1" fmla="*/ 2869120 w 2869120"/>
                  <a:gd name="connsiteY1" fmla="*/ 802923 h 1106674"/>
                  <a:gd name="connsiteX2" fmla="*/ 2713471 w 2869120"/>
                  <a:gd name="connsiteY2" fmla="*/ 976735 h 1106674"/>
                  <a:gd name="connsiteX3" fmla="*/ 2135021 w 2869120"/>
                  <a:gd name="connsiteY3" fmla="*/ 1082456 h 1106674"/>
                  <a:gd name="connsiteX4" fmla="*/ 0 w 2869120"/>
                  <a:gd name="connsiteY4" fmla="*/ 1101352 h 1106674"/>
                  <a:gd name="connsiteX5" fmla="*/ 1020392 w 2869120"/>
                  <a:gd name="connsiteY5" fmla="*/ 991966 h 1106674"/>
                  <a:gd name="connsiteX6" fmla="*/ 1348387 w 2869120"/>
                  <a:gd name="connsiteY6" fmla="*/ 686207 h 1106674"/>
                  <a:gd name="connsiteX7" fmla="*/ 1296341 w 2869120"/>
                  <a:gd name="connsiteY7" fmla="*/ 35675 h 1106674"/>
                  <a:gd name="connsiteX8" fmla="*/ 2694656 w 2869120"/>
                  <a:gd name="connsiteY8" fmla="*/ 0 h 11066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869120" h="1106674">
                    <a:moveTo>
                      <a:pt x="2694656" y="0"/>
                    </a:moveTo>
                    <a:cubicBezTo>
                      <a:pt x="2694656" y="0"/>
                      <a:pt x="2869120" y="607446"/>
                      <a:pt x="2869120" y="802923"/>
                    </a:cubicBezTo>
                    <a:cubicBezTo>
                      <a:pt x="2869120" y="938536"/>
                      <a:pt x="2825871" y="962645"/>
                      <a:pt x="2713471" y="976735"/>
                    </a:cubicBezTo>
                    <a:cubicBezTo>
                      <a:pt x="2599687" y="991071"/>
                      <a:pt x="2221764" y="1082456"/>
                      <a:pt x="2135021" y="1082456"/>
                    </a:cubicBezTo>
                    <a:cubicBezTo>
                      <a:pt x="2048278" y="1082456"/>
                      <a:pt x="0" y="1120330"/>
                      <a:pt x="0" y="1101352"/>
                    </a:cubicBezTo>
                    <a:cubicBezTo>
                      <a:pt x="0" y="1082375"/>
                      <a:pt x="892191" y="1004591"/>
                      <a:pt x="1020392" y="991966"/>
                    </a:cubicBezTo>
                    <a:cubicBezTo>
                      <a:pt x="1148593" y="979342"/>
                      <a:pt x="1348387" y="960527"/>
                      <a:pt x="1348387" y="686207"/>
                    </a:cubicBezTo>
                    <a:cubicBezTo>
                      <a:pt x="1348387" y="411887"/>
                      <a:pt x="1296341" y="35675"/>
                      <a:pt x="1296341" y="35675"/>
                    </a:cubicBezTo>
                    <a:lnTo>
                      <a:pt x="2694656" y="0"/>
                    </a:lnTo>
                    <a:close/>
                  </a:path>
                </a:pathLst>
              </a:custGeom>
              <a:solidFill>
                <a:schemeClr val="bg1"/>
              </a:solidFill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488"/>
              </a:p>
            </p:txBody>
          </p:sp>
          <p:sp>
            <p:nvSpPr>
              <p:cNvPr id="19" name="Freihandform: Form 18">
                <a:extLst>
                  <a:ext uri="{FF2B5EF4-FFF2-40B4-BE49-F238E27FC236}">
                    <a16:creationId xmlns:a16="http://schemas.microsoft.com/office/drawing/2014/main" id="{EE343994-D230-23D7-6CAA-1C6EFABCB19A}"/>
                  </a:ext>
                </a:extLst>
              </p:cNvPr>
              <p:cNvSpPr>
                <a:spLocks noChangeAspect="1"/>
              </p:cNvSpPr>
              <p:nvPr/>
            </p:nvSpPr>
            <p:spPr bwMode="gray">
              <a:xfrm>
                <a:off x="16270915" y="5729118"/>
                <a:ext cx="2901699" cy="1131109"/>
              </a:xfrm>
              <a:custGeom>
                <a:avLst/>
                <a:gdLst>
                  <a:gd name="connsiteX0" fmla="*/ 2727236 w 2901699"/>
                  <a:gd name="connsiteY0" fmla="*/ 0 h 1131109"/>
                  <a:gd name="connsiteX1" fmla="*/ 2901700 w 2901699"/>
                  <a:gd name="connsiteY1" fmla="*/ 802923 h 1131109"/>
                  <a:gd name="connsiteX2" fmla="*/ 2769264 w 2901699"/>
                  <a:gd name="connsiteY2" fmla="*/ 1048818 h 1131109"/>
                  <a:gd name="connsiteX3" fmla="*/ 2135021 w 2901699"/>
                  <a:gd name="connsiteY3" fmla="*/ 1106891 h 1131109"/>
                  <a:gd name="connsiteX4" fmla="*/ 0 w 2901699"/>
                  <a:gd name="connsiteY4" fmla="*/ 1125787 h 1131109"/>
                  <a:gd name="connsiteX5" fmla="*/ 0 w 2901699"/>
                  <a:gd name="connsiteY5" fmla="*/ 1101352 h 1131109"/>
                  <a:gd name="connsiteX6" fmla="*/ 2135021 w 2901699"/>
                  <a:gd name="connsiteY6" fmla="*/ 1082456 h 1131109"/>
                  <a:gd name="connsiteX7" fmla="*/ 2713471 w 2901699"/>
                  <a:gd name="connsiteY7" fmla="*/ 976735 h 1131109"/>
                  <a:gd name="connsiteX8" fmla="*/ 2869120 w 2901699"/>
                  <a:gd name="connsiteY8" fmla="*/ 802923 h 1131109"/>
                  <a:gd name="connsiteX9" fmla="*/ 2694656 w 2901699"/>
                  <a:gd name="connsiteY9" fmla="*/ 0 h 1131109"/>
                  <a:gd name="connsiteX10" fmla="*/ 2727236 w 2901699"/>
                  <a:gd name="connsiteY10" fmla="*/ 0 h 11311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1699" h="1131109">
                    <a:moveTo>
                      <a:pt x="2727236" y="0"/>
                    </a:moveTo>
                    <a:cubicBezTo>
                      <a:pt x="2727236" y="0"/>
                      <a:pt x="2901700" y="607446"/>
                      <a:pt x="2901700" y="802923"/>
                    </a:cubicBezTo>
                    <a:cubicBezTo>
                      <a:pt x="2901700" y="938536"/>
                      <a:pt x="2881663" y="1034727"/>
                      <a:pt x="2769264" y="1048818"/>
                    </a:cubicBezTo>
                    <a:cubicBezTo>
                      <a:pt x="2655479" y="1063153"/>
                      <a:pt x="2221682" y="1106891"/>
                      <a:pt x="2135021" y="1106891"/>
                    </a:cubicBezTo>
                    <a:cubicBezTo>
                      <a:pt x="2048278" y="1106891"/>
                      <a:pt x="0" y="1144765"/>
                      <a:pt x="0" y="1125787"/>
                    </a:cubicBezTo>
                    <a:lnTo>
                      <a:pt x="0" y="1101352"/>
                    </a:lnTo>
                    <a:cubicBezTo>
                      <a:pt x="0" y="1120248"/>
                      <a:pt x="2048278" y="1082456"/>
                      <a:pt x="2135021" y="1082456"/>
                    </a:cubicBezTo>
                    <a:cubicBezTo>
                      <a:pt x="2221764" y="1082456"/>
                      <a:pt x="2599687" y="991071"/>
                      <a:pt x="2713471" y="976735"/>
                    </a:cubicBezTo>
                    <a:cubicBezTo>
                      <a:pt x="2825871" y="962645"/>
                      <a:pt x="2869120" y="938454"/>
                      <a:pt x="2869120" y="802923"/>
                    </a:cubicBezTo>
                    <a:cubicBezTo>
                      <a:pt x="2869120" y="607446"/>
                      <a:pt x="2694656" y="0"/>
                      <a:pt x="2694656" y="0"/>
                    </a:cubicBezTo>
                    <a:lnTo>
                      <a:pt x="2727236" y="0"/>
                    </a:lnTo>
                    <a:close/>
                  </a:path>
                </a:pathLst>
              </a:custGeom>
              <a:solidFill>
                <a:schemeClr val="bg1"/>
              </a:solidFill>
              <a:ln w="6350" cap="rnd">
                <a:solidFill>
                  <a:schemeClr val="tx1"/>
                </a:solidFill>
                <a:prstDash val="solid"/>
                <a:round/>
              </a:ln>
            </p:spPr>
            <p:txBody>
  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endParaRPr lang="en-US" sz="1488"/>
              </a:p>
            </p:txBody>
          </p:sp>
        </p:grpSp>
        <p:grpSp>
          <p:nvGrpSpPr>
            <p:cNvPr id="11" name="Bildschirm">
              <a:extLst>
                <a:ext uri="{FF2B5EF4-FFF2-40B4-BE49-F238E27FC236}">
                  <a16:creationId xmlns:a16="http://schemas.microsoft.com/office/drawing/2014/main" id="{2FFCEE37-3CE1-85E8-2C14-CB3DA5388E14}"/>
                </a:ext>
              </a:extLst>
            </p:cNvPr>
            <p:cNvGrpSpPr>
              <a:grpSpLocks noChangeAspect="1"/>
            </p:cNvGrpSpPr>
            <p:nvPr userDrawn="1"/>
          </p:nvGrpSpPr>
          <p:grpSpPr bwMode="gray">
            <a:xfrm>
              <a:off x="5338662" y="792000"/>
              <a:ext cx="6281620" cy="4298400"/>
              <a:chOff x="12951751" y="792000"/>
              <a:chExt cx="6281620" cy="4298400"/>
            </a:xfrm>
            <a:scene3d>
              <a:camera prst="perspectiveContrastingLeftFacing" fov="1920000">
                <a:rot lat="20700000" lon="2280000" rev="21360000"/>
              </a:camera>
              <a:lightRig rig="threePt" dir="t"/>
            </a:scene3d>
          </p:grpSpPr>
          <p:sp>
            <p:nvSpPr>
              <p:cNvPr id="15" name="Freihandform: Form 14">
                <a:extLst>
                  <a:ext uri="{FF2B5EF4-FFF2-40B4-BE49-F238E27FC236}">
                    <a16:creationId xmlns:a16="http://schemas.microsoft.com/office/drawing/2014/main" id="{50B7BEC2-4237-465B-DAC5-2E837C906CEB}"/>
                  </a:ext>
                </a:extLst>
              </p:cNvPr>
              <p:cNvSpPr/>
              <p:nvPr/>
            </p:nvSpPr>
            <p:spPr bwMode="gray">
              <a:xfrm>
                <a:off x="12951751" y="792000"/>
                <a:ext cx="6232459" cy="4278833"/>
              </a:xfrm>
              <a:custGeom>
                <a:avLst/>
                <a:gdLst>
                  <a:gd name="connsiteX0" fmla="*/ 5539747 w 5692821"/>
                  <a:gd name="connsiteY0" fmla="*/ 3908351 h 3908351"/>
                  <a:gd name="connsiteX1" fmla="*/ 153075 w 5692821"/>
                  <a:gd name="connsiteY1" fmla="*/ 3908351 h 3908351"/>
                  <a:gd name="connsiteX2" fmla="*/ 0 w 5692821"/>
                  <a:gd name="connsiteY2" fmla="*/ 3755276 h 3908351"/>
                  <a:gd name="connsiteX3" fmla="*/ 0 w 5692821"/>
                  <a:gd name="connsiteY3" fmla="*/ 153075 h 3908351"/>
                  <a:gd name="connsiteX4" fmla="*/ 153075 w 5692821"/>
                  <a:gd name="connsiteY4" fmla="*/ 0 h 3908351"/>
                  <a:gd name="connsiteX5" fmla="*/ 5539747 w 5692821"/>
                  <a:gd name="connsiteY5" fmla="*/ 0 h 3908351"/>
                  <a:gd name="connsiteX6" fmla="*/ 5692822 w 5692821"/>
                  <a:gd name="connsiteY6" fmla="*/ 153075 h 3908351"/>
                  <a:gd name="connsiteX7" fmla="*/ 5692822 w 5692821"/>
                  <a:gd name="connsiteY7" fmla="*/ 3755330 h 3908351"/>
                  <a:gd name="connsiteX8" fmla="*/ 5539747 w 5692821"/>
                  <a:gd name="connsiteY8" fmla="*/ 3908351 h 3908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5692821" h="3908351">
                    <a:moveTo>
                      <a:pt x="5539747" y="3908351"/>
                    </a:moveTo>
                    <a:lnTo>
                      <a:pt x="153075" y="3908351"/>
                    </a:lnTo>
                    <a:cubicBezTo>
                      <a:pt x="68897" y="3908351"/>
                      <a:pt x="0" y="3839454"/>
                      <a:pt x="0" y="3755276"/>
                    </a:cubicBezTo>
                    <a:lnTo>
                      <a:pt x="0" y="153075"/>
                    </a:lnTo>
                    <a:cubicBezTo>
                      <a:pt x="0" y="68897"/>
                      <a:pt x="68897" y="0"/>
                      <a:pt x="153075" y="0"/>
                    </a:cubicBezTo>
                    <a:lnTo>
                      <a:pt x="5539747" y="0"/>
                    </a:lnTo>
                    <a:cubicBezTo>
                      <a:pt x="5623925" y="0"/>
                      <a:pt x="5692822" y="68897"/>
                      <a:pt x="5692822" y="153075"/>
                    </a:cubicBezTo>
                    <a:lnTo>
                      <a:pt x="5692822" y="3755330"/>
                    </a:lnTo>
                    <a:cubicBezTo>
                      <a:pt x="5692822" y="3839508"/>
                      <a:pt x="5623925" y="3908351"/>
                      <a:pt x="5539747" y="3908351"/>
                    </a:cubicBezTo>
                    <a:close/>
                  </a:path>
                </a:pathLst>
              </a:custGeom>
              <a:solidFill>
                <a:schemeClr val="bg1"/>
              </a:solidFill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US" sz="1488"/>
              </a:p>
            </p:txBody>
          </p:sp>
          <p:sp>
            <p:nvSpPr>
              <p:cNvPr id="16" name="Freihandform: Form 15">
                <a:extLst>
                  <a:ext uri="{FF2B5EF4-FFF2-40B4-BE49-F238E27FC236}">
                    <a16:creationId xmlns:a16="http://schemas.microsoft.com/office/drawing/2014/main" id="{A07F1674-6227-6FAA-CCD6-468458A32698}"/>
                  </a:ext>
                </a:extLst>
              </p:cNvPr>
              <p:cNvSpPr/>
              <p:nvPr/>
            </p:nvSpPr>
            <p:spPr bwMode="gray">
              <a:xfrm>
                <a:off x="12951808" y="792000"/>
                <a:ext cx="6232459" cy="3712115"/>
              </a:xfrm>
              <a:custGeom>
                <a:avLst/>
                <a:gdLst>
                  <a:gd name="connsiteX0" fmla="*/ 5692768 w 5692821"/>
                  <a:gd name="connsiteY0" fmla="*/ 3390704 h 3390703"/>
                  <a:gd name="connsiteX1" fmla="*/ 0 w 5692821"/>
                  <a:gd name="connsiteY1" fmla="*/ 3390704 h 3390703"/>
                  <a:gd name="connsiteX2" fmla="*/ 0 w 5692821"/>
                  <a:gd name="connsiteY2" fmla="*/ 153075 h 3390703"/>
                  <a:gd name="connsiteX3" fmla="*/ 153075 w 5692821"/>
                  <a:gd name="connsiteY3" fmla="*/ 0 h 3390703"/>
                  <a:gd name="connsiteX4" fmla="*/ 5539747 w 5692821"/>
                  <a:gd name="connsiteY4" fmla="*/ 0 h 3390703"/>
                  <a:gd name="connsiteX5" fmla="*/ 5692822 w 5692821"/>
                  <a:gd name="connsiteY5" fmla="*/ 153075 h 3390703"/>
                  <a:gd name="connsiteX6" fmla="*/ 5692822 w 5692821"/>
                  <a:gd name="connsiteY6" fmla="*/ 3390704 h 339070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692821" h="3390703">
                    <a:moveTo>
                      <a:pt x="5692768" y="3390704"/>
                    </a:moveTo>
                    <a:lnTo>
                      <a:pt x="0" y="3390704"/>
                    </a:lnTo>
                    <a:lnTo>
                      <a:pt x="0" y="153075"/>
                    </a:lnTo>
                    <a:cubicBezTo>
                      <a:pt x="0" y="68897"/>
                      <a:pt x="68897" y="0"/>
                      <a:pt x="153075" y="0"/>
                    </a:cubicBezTo>
                    <a:lnTo>
                      <a:pt x="5539747" y="0"/>
                    </a:lnTo>
                    <a:cubicBezTo>
                      <a:pt x="5623925" y="0"/>
                      <a:pt x="5692822" y="68897"/>
                      <a:pt x="5692822" y="153075"/>
                    </a:cubicBezTo>
                    <a:lnTo>
                      <a:pt x="5692822" y="3390704"/>
                    </a:lnTo>
                    <a:close/>
                  </a:path>
                </a:pathLst>
              </a:custGeom>
              <a:solidFill>
                <a:schemeClr val="bg1"/>
              </a:solidFill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US" sz="1488"/>
              </a:p>
            </p:txBody>
          </p:sp>
          <p:sp>
            <p:nvSpPr>
              <p:cNvPr id="17" name="Freihandform: Form 16">
                <a:extLst>
                  <a:ext uri="{FF2B5EF4-FFF2-40B4-BE49-F238E27FC236}">
                    <a16:creationId xmlns:a16="http://schemas.microsoft.com/office/drawing/2014/main" id="{98A00107-BFFD-F213-01E5-6E0ECF9FFDF7}"/>
                  </a:ext>
                </a:extLst>
              </p:cNvPr>
              <p:cNvSpPr/>
              <p:nvPr/>
            </p:nvSpPr>
            <p:spPr bwMode="gray">
              <a:xfrm>
                <a:off x="13024223" y="842001"/>
                <a:ext cx="6209148" cy="4248399"/>
              </a:xfrm>
              <a:custGeom>
                <a:avLst/>
                <a:gdLst>
                  <a:gd name="connsiteX0" fmla="*/ 5144040 w 5235190"/>
                  <a:gd name="connsiteY0" fmla="*/ 3555367 h 3582001"/>
                  <a:gd name="connsiteX1" fmla="*/ 5093914 w 5235190"/>
                  <a:gd name="connsiteY1" fmla="*/ 3565556 h 3582001"/>
                  <a:gd name="connsiteX2" fmla="*/ 5093964 w 5235190"/>
                  <a:gd name="connsiteY2" fmla="*/ 3565556 h 3582001"/>
                  <a:gd name="connsiteX3" fmla="*/ 5138122 w 5235190"/>
                  <a:gd name="connsiteY3" fmla="*/ 3558411 h 3582001"/>
                  <a:gd name="connsiteX4" fmla="*/ 5151272 w 5235190"/>
                  <a:gd name="connsiteY4" fmla="*/ 0 h 3582001"/>
                  <a:gd name="connsiteX5" fmla="*/ 5186204 w 5235190"/>
                  <a:gd name="connsiteY5" fmla="*/ 34933 h 3582001"/>
                  <a:gd name="connsiteX6" fmla="*/ 5235190 w 5235190"/>
                  <a:gd name="connsiteY6" fmla="*/ 212236 h 3582001"/>
                  <a:gd name="connsiteX7" fmla="*/ 5235190 w 5235190"/>
                  <a:gd name="connsiteY7" fmla="*/ 3424281 h 3582001"/>
                  <a:gd name="connsiteX8" fmla="*/ 5193686 w 5235190"/>
                  <a:gd name="connsiteY8" fmla="*/ 3524051 h 3582001"/>
                  <a:gd name="connsiteX9" fmla="*/ 5157880 w 5235190"/>
                  <a:gd name="connsiteY9" fmla="*/ 3548246 h 3582001"/>
                  <a:gd name="connsiteX10" fmla="*/ 5176638 w 5235190"/>
                  <a:gd name="connsiteY10" fmla="*/ 3538596 h 3582001"/>
                  <a:gd name="connsiteX11" fmla="*/ 5176686 w 5235190"/>
                  <a:gd name="connsiteY11" fmla="*/ 3538596 h 3582001"/>
                  <a:gd name="connsiteX12" fmla="*/ 5074280 w 5235190"/>
                  <a:gd name="connsiteY12" fmla="*/ 3582001 h 3582001"/>
                  <a:gd name="connsiteX13" fmla="*/ 5031922 w 5235190"/>
                  <a:gd name="connsiteY13" fmla="*/ 3582001 h 3582001"/>
                  <a:gd name="connsiteX14" fmla="*/ 99864 w 5235190"/>
                  <a:gd name="connsiteY14" fmla="*/ 3582001 h 3582001"/>
                  <a:gd name="connsiteX15" fmla="*/ 0 w 5235190"/>
                  <a:gd name="connsiteY15" fmla="*/ 3540390 h 3582001"/>
                  <a:gd name="connsiteX16" fmla="*/ 50 w 5235190"/>
                  <a:gd name="connsiteY16" fmla="*/ 3540390 h 3582001"/>
                  <a:gd name="connsiteX17" fmla="*/ 80180 w 5235190"/>
                  <a:gd name="connsiteY17" fmla="*/ 3565556 h 3582001"/>
                  <a:gd name="connsiteX18" fmla="*/ 5051558 w 5235190"/>
                  <a:gd name="connsiteY18" fmla="*/ 3565556 h 3582001"/>
                  <a:gd name="connsiteX19" fmla="*/ 5192832 w 5235190"/>
                  <a:gd name="connsiteY19" fmla="*/ 3424281 h 3582001"/>
                  <a:gd name="connsiteX20" fmla="*/ 5192832 w 5235190"/>
                  <a:gd name="connsiteY20" fmla="*/ 100312 h 3582001"/>
                  <a:gd name="connsiteX21" fmla="*/ 5151272 w 5235190"/>
                  <a:gd name="connsiteY21" fmla="*/ 249 h 3582001"/>
                  <a:gd name="connsiteX0" fmla="*/ 5138122 w 5235190"/>
                  <a:gd name="connsiteY0" fmla="*/ 3558411 h 3582001"/>
                  <a:gd name="connsiteX1" fmla="*/ 5093914 w 5235190"/>
                  <a:gd name="connsiteY1" fmla="*/ 3565556 h 3582001"/>
                  <a:gd name="connsiteX2" fmla="*/ 5093964 w 5235190"/>
                  <a:gd name="connsiteY2" fmla="*/ 3565556 h 3582001"/>
                  <a:gd name="connsiteX3" fmla="*/ 5138122 w 5235190"/>
                  <a:gd name="connsiteY3" fmla="*/ 3558411 h 3582001"/>
                  <a:gd name="connsiteX4" fmla="*/ 5151272 w 5235190"/>
                  <a:gd name="connsiteY4" fmla="*/ 0 h 3582001"/>
                  <a:gd name="connsiteX5" fmla="*/ 5186204 w 5235190"/>
                  <a:gd name="connsiteY5" fmla="*/ 34933 h 3582001"/>
                  <a:gd name="connsiteX6" fmla="*/ 5235190 w 5235190"/>
                  <a:gd name="connsiteY6" fmla="*/ 212236 h 3582001"/>
                  <a:gd name="connsiteX7" fmla="*/ 5235190 w 5235190"/>
                  <a:gd name="connsiteY7" fmla="*/ 3424281 h 3582001"/>
                  <a:gd name="connsiteX8" fmla="*/ 5193686 w 5235190"/>
                  <a:gd name="connsiteY8" fmla="*/ 3524051 h 3582001"/>
                  <a:gd name="connsiteX9" fmla="*/ 5157880 w 5235190"/>
                  <a:gd name="connsiteY9" fmla="*/ 3548246 h 3582001"/>
                  <a:gd name="connsiteX10" fmla="*/ 5176638 w 5235190"/>
                  <a:gd name="connsiteY10" fmla="*/ 3538596 h 3582001"/>
                  <a:gd name="connsiteX11" fmla="*/ 5176686 w 5235190"/>
                  <a:gd name="connsiteY11" fmla="*/ 3538596 h 3582001"/>
                  <a:gd name="connsiteX12" fmla="*/ 5074280 w 5235190"/>
                  <a:gd name="connsiteY12" fmla="*/ 3582001 h 3582001"/>
                  <a:gd name="connsiteX13" fmla="*/ 5031922 w 5235190"/>
                  <a:gd name="connsiteY13" fmla="*/ 3582001 h 3582001"/>
                  <a:gd name="connsiteX14" fmla="*/ 99864 w 5235190"/>
                  <a:gd name="connsiteY14" fmla="*/ 3582001 h 3582001"/>
                  <a:gd name="connsiteX15" fmla="*/ 0 w 5235190"/>
                  <a:gd name="connsiteY15" fmla="*/ 3540390 h 3582001"/>
                  <a:gd name="connsiteX16" fmla="*/ 50 w 5235190"/>
                  <a:gd name="connsiteY16" fmla="*/ 3540390 h 3582001"/>
                  <a:gd name="connsiteX17" fmla="*/ 80180 w 5235190"/>
                  <a:gd name="connsiteY17" fmla="*/ 3565556 h 3582001"/>
                  <a:gd name="connsiteX18" fmla="*/ 5051558 w 5235190"/>
                  <a:gd name="connsiteY18" fmla="*/ 3565556 h 3582001"/>
                  <a:gd name="connsiteX19" fmla="*/ 5192832 w 5235190"/>
                  <a:gd name="connsiteY19" fmla="*/ 3424281 h 3582001"/>
                  <a:gd name="connsiteX20" fmla="*/ 5192832 w 5235190"/>
                  <a:gd name="connsiteY20" fmla="*/ 100312 h 3582001"/>
                  <a:gd name="connsiteX21" fmla="*/ 5151272 w 5235190"/>
                  <a:gd name="connsiteY21" fmla="*/ 249 h 3582001"/>
                  <a:gd name="connsiteX22" fmla="*/ 5151272 w 5235190"/>
                  <a:gd name="connsiteY22" fmla="*/ 0 h 3582001"/>
                  <a:gd name="connsiteX0" fmla="*/ 5093964 w 5235190"/>
                  <a:gd name="connsiteY0" fmla="*/ 3565556 h 3582001"/>
                  <a:gd name="connsiteX1" fmla="*/ 5093914 w 5235190"/>
                  <a:gd name="connsiteY1" fmla="*/ 3565556 h 3582001"/>
                  <a:gd name="connsiteX2" fmla="*/ 5093964 w 5235190"/>
                  <a:gd name="connsiteY2" fmla="*/ 3565556 h 3582001"/>
                  <a:gd name="connsiteX3" fmla="*/ 5151272 w 5235190"/>
                  <a:gd name="connsiteY3" fmla="*/ 0 h 3582001"/>
                  <a:gd name="connsiteX4" fmla="*/ 5186204 w 5235190"/>
                  <a:gd name="connsiteY4" fmla="*/ 34933 h 3582001"/>
                  <a:gd name="connsiteX5" fmla="*/ 5235190 w 5235190"/>
                  <a:gd name="connsiteY5" fmla="*/ 212236 h 3582001"/>
                  <a:gd name="connsiteX6" fmla="*/ 5235190 w 5235190"/>
                  <a:gd name="connsiteY6" fmla="*/ 3424281 h 3582001"/>
                  <a:gd name="connsiteX7" fmla="*/ 5193686 w 5235190"/>
                  <a:gd name="connsiteY7" fmla="*/ 3524051 h 3582001"/>
                  <a:gd name="connsiteX8" fmla="*/ 5157880 w 5235190"/>
                  <a:gd name="connsiteY8" fmla="*/ 3548246 h 3582001"/>
                  <a:gd name="connsiteX9" fmla="*/ 5176638 w 5235190"/>
                  <a:gd name="connsiteY9" fmla="*/ 3538596 h 3582001"/>
                  <a:gd name="connsiteX10" fmla="*/ 5176686 w 5235190"/>
                  <a:gd name="connsiteY10" fmla="*/ 3538596 h 3582001"/>
                  <a:gd name="connsiteX11" fmla="*/ 5074280 w 5235190"/>
                  <a:gd name="connsiteY11" fmla="*/ 3582001 h 3582001"/>
                  <a:gd name="connsiteX12" fmla="*/ 5031922 w 5235190"/>
                  <a:gd name="connsiteY12" fmla="*/ 3582001 h 3582001"/>
                  <a:gd name="connsiteX13" fmla="*/ 99864 w 5235190"/>
                  <a:gd name="connsiteY13" fmla="*/ 3582001 h 3582001"/>
                  <a:gd name="connsiteX14" fmla="*/ 0 w 5235190"/>
                  <a:gd name="connsiteY14" fmla="*/ 3540390 h 3582001"/>
                  <a:gd name="connsiteX15" fmla="*/ 50 w 5235190"/>
                  <a:gd name="connsiteY15" fmla="*/ 3540390 h 3582001"/>
                  <a:gd name="connsiteX16" fmla="*/ 80180 w 5235190"/>
                  <a:gd name="connsiteY16" fmla="*/ 3565556 h 3582001"/>
                  <a:gd name="connsiteX17" fmla="*/ 5051558 w 5235190"/>
                  <a:gd name="connsiteY17" fmla="*/ 3565556 h 3582001"/>
                  <a:gd name="connsiteX18" fmla="*/ 5192832 w 5235190"/>
                  <a:gd name="connsiteY18" fmla="*/ 3424281 h 3582001"/>
                  <a:gd name="connsiteX19" fmla="*/ 5192832 w 5235190"/>
                  <a:gd name="connsiteY19" fmla="*/ 100312 h 3582001"/>
                  <a:gd name="connsiteX20" fmla="*/ 5151272 w 5235190"/>
                  <a:gd name="connsiteY20" fmla="*/ 249 h 3582001"/>
                  <a:gd name="connsiteX21" fmla="*/ 5151272 w 5235190"/>
                  <a:gd name="connsiteY21" fmla="*/ 0 h 3582001"/>
                  <a:gd name="connsiteX0" fmla="*/ 5151272 w 5235190"/>
                  <a:gd name="connsiteY0" fmla="*/ 0 h 3582001"/>
                  <a:gd name="connsiteX1" fmla="*/ 5186204 w 5235190"/>
                  <a:gd name="connsiteY1" fmla="*/ 34933 h 3582001"/>
                  <a:gd name="connsiteX2" fmla="*/ 5235190 w 5235190"/>
                  <a:gd name="connsiteY2" fmla="*/ 212236 h 3582001"/>
                  <a:gd name="connsiteX3" fmla="*/ 5235190 w 5235190"/>
                  <a:gd name="connsiteY3" fmla="*/ 3424281 h 3582001"/>
                  <a:gd name="connsiteX4" fmla="*/ 5193686 w 5235190"/>
                  <a:gd name="connsiteY4" fmla="*/ 3524051 h 3582001"/>
                  <a:gd name="connsiteX5" fmla="*/ 5157880 w 5235190"/>
                  <a:gd name="connsiteY5" fmla="*/ 3548246 h 3582001"/>
                  <a:gd name="connsiteX6" fmla="*/ 5176638 w 5235190"/>
                  <a:gd name="connsiteY6" fmla="*/ 3538596 h 3582001"/>
                  <a:gd name="connsiteX7" fmla="*/ 5176686 w 5235190"/>
                  <a:gd name="connsiteY7" fmla="*/ 3538596 h 3582001"/>
                  <a:gd name="connsiteX8" fmla="*/ 5074280 w 5235190"/>
                  <a:gd name="connsiteY8" fmla="*/ 3582001 h 3582001"/>
                  <a:gd name="connsiteX9" fmla="*/ 5031922 w 5235190"/>
                  <a:gd name="connsiteY9" fmla="*/ 3582001 h 3582001"/>
                  <a:gd name="connsiteX10" fmla="*/ 99864 w 5235190"/>
                  <a:gd name="connsiteY10" fmla="*/ 3582001 h 3582001"/>
                  <a:gd name="connsiteX11" fmla="*/ 0 w 5235190"/>
                  <a:gd name="connsiteY11" fmla="*/ 3540390 h 3582001"/>
                  <a:gd name="connsiteX12" fmla="*/ 50 w 5235190"/>
                  <a:gd name="connsiteY12" fmla="*/ 3540390 h 3582001"/>
                  <a:gd name="connsiteX13" fmla="*/ 80180 w 5235190"/>
                  <a:gd name="connsiteY13" fmla="*/ 3565556 h 3582001"/>
                  <a:gd name="connsiteX14" fmla="*/ 5051558 w 5235190"/>
                  <a:gd name="connsiteY14" fmla="*/ 3565556 h 3582001"/>
                  <a:gd name="connsiteX15" fmla="*/ 5192832 w 5235190"/>
                  <a:gd name="connsiteY15" fmla="*/ 3424281 h 3582001"/>
                  <a:gd name="connsiteX16" fmla="*/ 5192832 w 5235190"/>
                  <a:gd name="connsiteY16" fmla="*/ 100312 h 3582001"/>
                  <a:gd name="connsiteX17" fmla="*/ 5151272 w 5235190"/>
                  <a:gd name="connsiteY17" fmla="*/ 249 h 3582001"/>
                  <a:gd name="connsiteX18" fmla="*/ 5151272 w 5235190"/>
                  <a:gd name="connsiteY18" fmla="*/ 0 h 3582001"/>
                  <a:gd name="connsiteX0" fmla="*/ 5151272 w 5235190"/>
                  <a:gd name="connsiteY0" fmla="*/ 0 h 3582001"/>
                  <a:gd name="connsiteX1" fmla="*/ 5186204 w 5235190"/>
                  <a:gd name="connsiteY1" fmla="*/ 34933 h 3582001"/>
                  <a:gd name="connsiteX2" fmla="*/ 5235190 w 5235190"/>
                  <a:gd name="connsiteY2" fmla="*/ 212236 h 3582001"/>
                  <a:gd name="connsiteX3" fmla="*/ 5235190 w 5235190"/>
                  <a:gd name="connsiteY3" fmla="*/ 3424281 h 3582001"/>
                  <a:gd name="connsiteX4" fmla="*/ 5193686 w 5235190"/>
                  <a:gd name="connsiteY4" fmla="*/ 3524051 h 3582001"/>
                  <a:gd name="connsiteX5" fmla="*/ 5176638 w 5235190"/>
                  <a:gd name="connsiteY5" fmla="*/ 3538596 h 3582001"/>
                  <a:gd name="connsiteX6" fmla="*/ 5176686 w 5235190"/>
                  <a:gd name="connsiteY6" fmla="*/ 3538596 h 3582001"/>
                  <a:gd name="connsiteX7" fmla="*/ 5074280 w 5235190"/>
                  <a:gd name="connsiteY7" fmla="*/ 3582001 h 3582001"/>
                  <a:gd name="connsiteX8" fmla="*/ 5031922 w 5235190"/>
                  <a:gd name="connsiteY8" fmla="*/ 3582001 h 3582001"/>
                  <a:gd name="connsiteX9" fmla="*/ 99864 w 5235190"/>
                  <a:gd name="connsiteY9" fmla="*/ 3582001 h 3582001"/>
                  <a:gd name="connsiteX10" fmla="*/ 0 w 5235190"/>
                  <a:gd name="connsiteY10" fmla="*/ 3540390 h 3582001"/>
                  <a:gd name="connsiteX11" fmla="*/ 50 w 5235190"/>
                  <a:gd name="connsiteY11" fmla="*/ 3540390 h 3582001"/>
                  <a:gd name="connsiteX12" fmla="*/ 80180 w 5235190"/>
                  <a:gd name="connsiteY12" fmla="*/ 3565556 h 3582001"/>
                  <a:gd name="connsiteX13" fmla="*/ 5051558 w 5235190"/>
                  <a:gd name="connsiteY13" fmla="*/ 3565556 h 3582001"/>
                  <a:gd name="connsiteX14" fmla="*/ 5192832 w 5235190"/>
                  <a:gd name="connsiteY14" fmla="*/ 3424281 h 3582001"/>
                  <a:gd name="connsiteX15" fmla="*/ 5192832 w 5235190"/>
                  <a:gd name="connsiteY15" fmla="*/ 100312 h 3582001"/>
                  <a:gd name="connsiteX16" fmla="*/ 5151272 w 5235190"/>
                  <a:gd name="connsiteY16" fmla="*/ 249 h 3582001"/>
                  <a:gd name="connsiteX17" fmla="*/ 5151272 w 5235190"/>
                  <a:gd name="connsiteY17" fmla="*/ 0 h 3582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5235190" h="3582001">
                    <a:moveTo>
                      <a:pt x="5151272" y="0"/>
                    </a:moveTo>
                    <a:lnTo>
                      <a:pt x="5186204" y="34933"/>
                    </a:lnTo>
                    <a:cubicBezTo>
                      <a:pt x="5231800" y="80379"/>
                      <a:pt x="5235190" y="143169"/>
                      <a:pt x="5235190" y="212236"/>
                    </a:cubicBezTo>
                    <a:lnTo>
                      <a:pt x="5235190" y="3424281"/>
                    </a:lnTo>
                    <a:cubicBezTo>
                      <a:pt x="5235190" y="3463125"/>
                      <a:pt x="5219294" y="3498444"/>
                      <a:pt x="5193686" y="3524051"/>
                    </a:cubicBezTo>
                    <a:lnTo>
                      <a:pt x="5176638" y="3538596"/>
                    </a:lnTo>
                    <a:lnTo>
                      <a:pt x="5176686" y="3538596"/>
                    </a:lnTo>
                    <a:cubicBezTo>
                      <a:pt x="5150874" y="3565157"/>
                      <a:pt x="5113998" y="3582001"/>
                      <a:pt x="5074280" y="3582001"/>
                    </a:cubicBezTo>
                    <a:lnTo>
                      <a:pt x="5031922" y="3582001"/>
                    </a:lnTo>
                    <a:lnTo>
                      <a:pt x="99864" y="3582001"/>
                    </a:lnTo>
                    <a:cubicBezTo>
                      <a:pt x="60995" y="3582001"/>
                      <a:pt x="25614" y="3566054"/>
                      <a:pt x="0" y="3540390"/>
                    </a:cubicBezTo>
                    <a:lnTo>
                      <a:pt x="50" y="3540390"/>
                    </a:lnTo>
                    <a:cubicBezTo>
                      <a:pt x="22873" y="3556237"/>
                      <a:pt x="50480" y="3565556"/>
                      <a:pt x="80180" y="3565556"/>
                    </a:cubicBezTo>
                    <a:lnTo>
                      <a:pt x="5051558" y="3565556"/>
                    </a:lnTo>
                    <a:cubicBezTo>
                      <a:pt x="5129246" y="3565556"/>
                      <a:pt x="5192832" y="3501970"/>
                      <a:pt x="5192832" y="3424281"/>
                    </a:cubicBezTo>
                    <a:lnTo>
                      <a:pt x="5192832" y="100312"/>
                    </a:lnTo>
                    <a:cubicBezTo>
                      <a:pt x="5192832" y="61344"/>
                      <a:pt x="5176886" y="25963"/>
                      <a:pt x="5151272" y="249"/>
                    </a:cubicBezTo>
                    <a:lnTo>
                      <a:pt x="5151272" y="0"/>
                    </a:lnTo>
                    <a:close/>
                  </a:path>
                </a:pathLst>
              </a:custGeom>
              <a:solidFill>
                <a:schemeClr val="bg1"/>
              </a:solidFill>
              <a:ln w="6350" cap="flat">
                <a:solidFill>
                  <a:schemeClr val="tx1"/>
                </a:solidFill>
                <a:prstDash val="solid"/>
                <a:miter/>
              </a:ln>
            </p:spPr>
            <p:txBody>
              <a:bodyPr lIns="0" tIns="0" rIns="0" bIns="0" rtlCol="0" anchor="ctr"/>
              <a:lstStyle/>
              <a:p>
                <a:endParaRPr lang="en-US" sz="1488"/>
              </a:p>
            </p:txBody>
          </p:sp>
        </p:grpSp>
      </p:grpSp>
      <p:sp>
        <p:nvSpPr>
          <p:cNvPr id="20" name="Bild">
            <a:extLst>
              <a:ext uri="{FF2B5EF4-FFF2-40B4-BE49-F238E27FC236}">
                <a16:creationId xmlns:a16="http://schemas.microsoft.com/office/drawing/2014/main" id="{9710E819-A1D8-B151-8783-5F6C9DF0217D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 bwMode="gray">
          <a:xfrm>
            <a:off x="3185666" y="846512"/>
            <a:ext cx="4465125" cy="2499919"/>
          </a:xfrm>
          <a:solidFill>
            <a:schemeClr val="bg1">
              <a:lumMod val="85000"/>
            </a:schemeClr>
          </a:solidFill>
          <a:scene3d>
            <a:camera prst="perspectiveContrastingLeftFacing" fov="1920000">
              <a:rot lat="20640000" lon="2280000" rev="21360000"/>
            </a:camera>
            <a:lightRig rig="threePt" dir="t"/>
          </a:scene3d>
        </p:spPr>
        <p:txBody>
          <a:bodyPr vert="horz" wrap="square" lIns="144000" tIns="144000" rIns="144000" bIns="144000" rtlCol="0">
            <a:noAutofit/>
          </a:bodyPr>
          <a:lstStyle>
            <a:lvl1pPr>
              <a:defRPr lang="en-US"/>
            </a:lvl1pPr>
          </a:lstStyle>
          <a:p>
            <a:pPr lvl="0">
              <a:buNone/>
            </a:pPr>
            <a:r>
              <a:rPr lang="en-GB"/>
              <a:t>Click icon to add picture</a:t>
            </a:r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3ED3C02-C333-CEDA-E07E-4478CDFC6355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1494" y="358197"/>
            <a:ext cx="4050506" cy="2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59318CB-83E3-F25F-33DC-44DDBEBE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E0EDB795-4C09-7246-AE1B-4D5136CEAA3F}" type="datetime1">
              <a:rPr lang="en-US" smtClean="0"/>
              <a:t>8/29/2026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C32B3B-6EF9-FF7F-CD46-7B4AAC5A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BEB506-D959-87F7-AE39-613AA81A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6" name="Inhaltsplatzhalter 9">
            <a:extLst>
              <a:ext uri="{FF2B5EF4-FFF2-40B4-BE49-F238E27FC236}">
                <a16:creationId xmlns:a16="http://schemas.microsoft.com/office/drawing/2014/main" id="{AA2EC146-E552-0753-679B-1C1369A98C39}"/>
              </a:ext>
            </a:extLst>
          </p:cNvPr>
          <p:cNvSpPr>
            <a:spLocks noGrp="1"/>
          </p:cNvSpPr>
          <p:nvPr>
            <p:ph sz="quarter" idx="17"/>
          </p:nvPr>
        </p:nvSpPr>
        <p:spPr bwMode="gray">
          <a:xfrm>
            <a:off x="521495" y="1383506"/>
            <a:ext cx="2700000" cy="3348038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1408802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Linie 1">
            <a:extLst>
              <a:ext uri="{FF2B5EF4-FFF2-40B4-BE49-F238E27FC236}">
                <a16:creationId xmlns:a16="http://schemas.microsoft.com/office/drawing/2014/main" id="{1CC85F9F-690A-7CBB-7880-3AA8D96F471C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953598" y="4516229"/>
            <a:ext cx="6750000" cy="7824"/>
          </a:xfrm>
          <a:prstGeom prst="line">
            <a:avLst/>
          </a:prstGeom>
          <a:ln w="254000">
            <a:gradFill>
              <a:gsLst>
                <a:gs pos="0">
                  <a:schemeClr val="bg1">
                    <a:lumMod val="75000"/>
                    <a:alpha val="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5400000" scaled="1"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Linie 2">
            <a:extLst>
              <a:ext uri="{FF2B5EF4-FFF2-40B4-BE49-F238E27FC236}">
                <a16:creationId xmlns:a16="http://schemas.microsoft.com/office/drawing/2014/main" id="{B971164C-50F6-3DA9-EA49-C08A7D26332F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953598" y="4524053"/>
            <a:ext cx="6750000" cy="20"/>
          </a:xfrm>
          <a:prstGeom prst="line">
            <a:avLst/>
          </a:prstGeom>
          <a:ln w="254000">
            <a:gradFill>
              <a:gsLst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  <a:gs pos="0">
                  <a:schemeClr val="bg1"/>
                </a:gs>
                <a:gs pos="100000">
                  <a:schemeClr val="bg1"/>
                </a:gs>
              </a:gsLst>
              <a:lin ang="0" scaled="0"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03ED3C02-C333-CEDA-E07E-4478CDFC635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59318CB-83E3-F25F-33DC-44DDBEBE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FDC95C28-CC4A-EA48-83A0-239DECA05A01}" type="datetime1">
              <a:rPr lang="en-US" smtClean="0"/>
              <a:t>8/29/2026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C32B3B-6EF9-FF7F-CD46-7B4AAC5A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3222507" y="4873500"/>
            <a:ext cx="5400000" cy="135000"/>
          </a:xfrm>
        </p:spPr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BEB506-D959-87F7-AE39-613AA81A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grpSp>
        <p:nvGrpSpPr>
          <p:cNvPr id="6" name="iPad">
            <a:extLst>
              <a:ext uri="{FF2B5EF4-FFF2-40B4-BE49-F238E27FC236}">
                <a16:creationId xmlns:a16="http://schemas.microsoft.com/office/drawing/2014/main" id="{1ED41563-6D96-9962-AC22-F6411E527746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2511269" y="1653648"/>
            <a:ext cx="4121464" cy="2865696"/>
            <a:chOff x="2277427" y="8504224"/>
            <a:chExt cx="7635049" cy="5309901"/>
          </a:xfrm>
          <a:effectLst/>
        </p:grpSpPr>
        <p:sp>
          <p:nvSpPr>
            <p:cNvPr id="7" name="Freihandform: Form 6">
              <a:extLst>
                <a:ext uri="{FF2B5EF4-FFF2-40B4-BE49-F238E27FC236}">
                  <a16:creationId xmlns:a16="http://schemas.microsoft.com/office/drawing/2014/main" id="{057A35AB-F16D-B2D9-8092-C9599608DC60}"/>
                </a:ext>
              </a:extLst>
            </p:cNvPr>
            <p:cNvSpPr/>
            <p:nvPr/>
          </p:nvSpPr>
          <p:spPr bwMode="gray">
            <a:xfrm>
              <a:off x="2277427" y="8504224"/>
              <a:ext cx="7635049" cy="5309901"/>
            </a:xfrm>
            <a:custGeom>
              <a:avLst/>
              <a:gdLst>
                <a:gd name="connsiteX0" fmla="*/ 7364921 w 7635049"/>
                <a:gd name="connsiteY0" fmla="*/ 5309902 h 5309901"/>
                <a:gd name="connsiteX1" fmla="*/ 270034 w 7635049"/>
                <a:gd name="connsiteY1" fmla="*/ 5309902 h 5309901"/>
                <a:gd name="connsiteX2" fmla="*/ 0 w 7635049"/>
                <a:gd name="connsiteY2" fmla="*/ 5039868 h 5309901"/>
                <a:gd name="connsiteX3" fmla="*/ 0 w 7635049"/>
                <a:gd name="connsiteY3" fmla="*/ 270034 h 5309901"/>
                <a:gd name="connsiteX4" fmla="*/ 270034 w 7635049"/>
                <a:gd name="connsiteY4" fmla="*/ 0 h 5309901"/>
                <a:gd name="connsiteX5" fmla="*/ 7365016 w 7635049"/>
                <a:gd name="connsiteY5" fmla="*/ 0 h 5309901"/>
                <a:gd name="connsiteX6" fmla="*/ 7635050 w 7635049"/>
                <a:gd name="connsiteY6" fmla="*/ 270034 h 5309901"/>
                <a:gd name="connsiteX7" fmla="*/ 7635050 w 7635049"/>
                <a:gd name="connsiteY7" fmla="*/ 5039963 h 5309901"/>
                <a:gd name="connsiteX8" fmla="*/ 7364921 w 7635049"/>
                <a:gd name="connsiteY8" fmla="*/ 5309902 h 5309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35049" h="5309901">
                  <a:moveTo>
                    <a:pt x="7364921" y="5309902"/>
                  </a:moveTo>
                  <a:lnTo>
                    <a:pt x="270034" y="5309902"/>
                  </a:lnTo>
                  <a:cubicBezTo>
                    <a:pt x="121539" y="5309902"/>
                    <a:pt x="0" y="5188363"/>
                    <a:pt x="0" y="5039868"/>
                  </a:cubicBezTo>
                  <a:lnTo>
                    <a:pt x="0" y="270034"/>
                  </a:lnTo>
                  <a:cubicBezTo>
                    <a:pt x="0" y="121539"/>
                    <a:pt x="121539" y="0"/>
                    <a:pt x="270034" y="0"/>
                  </a:cubicBezTo>
                  <a:lnTo>
                    <a:pt x="7365016" y="0"/>
                  </a:lnTo>
                  <a:cubicBezTo>
                    <a:pt x="7513511" y="0"/>
                    <a:pt x="7635050" y="121539"/>
                    <a:pt x="7635050" y="270034"/>
                  </a:cubicBezTo>
                  <a:lnTo>
                    <a:pt x="7635050" y="5039963"/>
                  </a:lnTo>
                  <a:cubicBezTo>
                    <a:pt x="7634954" y="5188458"/>
                    <a:pt x="7513415" y="5309902"/>
                    <a:pt x="7364921" y="5309902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de-DE" sz="1488" noProof="0"/>
            </a:p>
          </p:txBody>
        </p:sp>
        <p:sp>
          <p:nvSpPr>
            <p:cNvPr id="8" name="Freihandform: Form 7">
              <a:extLst>
                <a:ext uri="{FF2B5EF4-FFF2-40B4-BE49-F238E27FC236}">
                  <a16:creationId xmlns:a16="http://schemas.microsoft.com/office/drawing/2014/main" id="{02C6B940-42E7-E4C2-105A-E84C046C6CB0}"/>
                </a:ext>
              </a:extLst>
            </p:cNvPr>
            <p:cNvSpPr/>
            <p:nvPr/>
          </p:nvSpPr>
          <p:spPr bwMode="gray">
            <a:xfrm>
              <a:off x="2317908" y="8544705"/>
              <a:ext cx="7553896" cy="5228939"/>
            </a:xfrm>
            <a:custGeom>
              <a:avLst/>
              <a:gdLst>
                <a:gd name="connsiteX0" fmla="*/ 7311009 w 7553896"/>
                <a:gd name="connsiteY0" fmla="*/ 5228940 h 5228939"/>
                <a:gd name="connsiteX1" fmla="*/ 242983 w 7553896"/>
                <a:gd name="connsiteY1" fmla="*/ 5228940 h 5228939"/>
                <a:gd name="connsiteX2" fmla="*/ 0 w 7553896"/>
                <a:gd name="connsiteY2" fmla="*/ 4985957 h 5228939"/>
                <a:gd name="connsiteX3" fmla="*/ 0 w 7553896"/>
                <a:gd name="connsiteY3" fmla="*/ 242983 h 5228939"/>
                <a:gd name="connsiteX4" fmla="*/ 242983 w 7553896"/>
                <a:gd name="connsiteY4" fmla="*/ 0 h 5228939"/>
                <a:gd name="connsiteX5" fmla="*/ 7310914 w 7553896"/>
                <a:gd name="connsiteY5" fmla="*/ 0 h 5228939"/>
                <a:gd name="connsiteX6" fmla="*/ 7553896 w 7553896"/>
                <a:gd name="connsiteY6" fmla="*/ 242983 h 5228939"/>
                <a:gd name="connsiteX7" fmla="*/ 7553896 w 7553896"/>
                <a:gd name="connsiteY7" fmla="*/ 4985861 h 5228939"/>
                <a:gd name="connsiteX8" fmla="*/ 7311009 w 7553896"/>
                <a:gd name="connsiteY8" fmla="*/ 5228940 h 5228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53896" h="5228939">
                  <a:moveTo>
                    <a:pt x="7311009" y="5228940"/>
                  </a:moveTo>
                  <a:lnTo>
                    <a:pt x="242983" y="5228940"/>
                  </a:lnTo>
                  <a:cubicBezTo>
                    <a:pt x="109347" y="5228940"/>
                    <a:pt x="0" y="5119593"/>
                    <a:pt x="0" y="4985957"/>
                  </a:cubicBezTo>
                  <a:lnTo>
                    <a:pt x="0" y="242983"/>
                  </a:lnTo>
                  <a:cubicBezTo>
                    <a:pt x="0" y="109347"/>
                    <a:pt x="109347" y="0"/>
                    <a:pt x="242983" y="0"/>
                  </a:cubicBezTo>
                  <a:lnTo>
                    <a:pt x="7310914" y="0"/>
                  </a:lnTo>
                  <a:cubicBezTo>
                    <a:pt x="7444550" y="0"/>
                    <a:pt x="7553896" y="109347"/>
                    <a:pt x="7553896" y="242983"/>
                  </a:cubicBezTo>
                  <a:lnTo>
                    <a:pt x="7553896" y="4985861"/>
                  </a:lnTo>
                  <a:cubicBezTo>
                    <a:pt x="7553992" y="5119593"/>
                    <a:pt x="7444645" y="5228940"/>
                    <a:pt x="7311009" y="5228940"/>
                  </a:cubicBezTo>
                  <a:close/>
                </a:path>
              </a:pathLst>
            </a:custGeom>
            <a:solidFill>
              <a:schemeClr val="bg1"/>
            </a:solidFill>
            <a:ln w="6350" cap="flat">
              <a:solidFill>
                <a:schemeClr val="tx1"/>
              </a:solidFill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  <p:sp>
          <p:nvSpPr>
            <p:cNvPr id="9" name="Freihandform: Form 8">
              <a:extLst>
                <a:ext uri="{FF2B5EF4-FFF2-40B4-BE49-F238E27FC236}">
                  <a16:creationId xmlns:a16="http://schemas.microsoft.com/office/drawing/2014/main" id="{5E17F036-37A8-53C9-2E31-21209441C220}"/>
                </a:ext>
              </a:extLst>
            </p:cNvPr>
            <p:cNvSpPr/>
            <p:nvPr/>
          </p:nvSpPr>
          <p:spPr bwMode="gray">
            <a:xfrm>
              <a:off x="2581275" y="11119694"/>
              <a:ext cx="79057" cy="79057"/>
            </a:xfrm>
            <a:custGeom>
              <a:avLst/>
              <a:gdLst>
                <a:gd name="connsiteX0" fmla="*/ 79057 w 79057"/>
                <a:gd name="connsiteY0" fmla="*/ 39529 h 79057"/>
                <a:gd name="connsiteX1" fmla="*/ 39529 w 79057"/>
                <a:gd name="connsiteY1" fmla="*/ 79057 h 79057"/>
                <a:gd name="connsiteX2" fmla="*/ 0 w 79057"/>
                <a:gd name="connsiteY2" fmla="*/ 39529 h 79057"/>
                <a:gd name="connsiteX3" fmla="*/ 39529 w 79057"/>
                <a:gd name="connsiteY3" fmla="*/ 0 h 79057"/>
                <a:gd name="connsiteX4" fmla="*/ 79057 w 79057"/>
                <a:gd name="connsiteY4" fmla="*/ 39529 h 79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057" h="79057">
                  <a:moveTo>
                    <a:pt x="79057" y="39529"/>
                  </a:moveTo>
                  <a:cubicBezTo>
                    <a:pt x="79057" y="61360"/>
                    <a:pt x="61360" y="79057"/>
                    <a:pt x="39529" y="79057"/>
                  </a:cubicBezTo>
                  <a:cubicBezTo>
                    <a:pt x="17698" y="79057"/>
                    <a:pt x="0" y="61360"/>
                    <a:pt x="0" y="39529"/>
                  </a:cubicBezTo>
                  <a:cubicBezTo>
                    <a:pt x="0" y="17697"/>
                    <a:pt x="17698" y="0"/>
                    <a:pt x="39529" y="0"/>
                  </a:cubicBezTo>
                  <a:cubicBezTo>
                    <a:pt x="61360" y="0"/>
                    <a:pt x="79057" y="17698"/>
                    <a:pt x="79057" y="39529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1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 w="2164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  <p:sp>
          <p:nvSpPr>
            <p:cNvPr id="10" name="Freihandform: Form 9">
              <a:extLst>
                <a:ext uri="{FF2B5EF4-FFF2-40B4-BE49-F238E27FC236}">
                  <a16:creationId xmlns:a16="http://schemas.microsoft.com/office/drawing/2014/main" id="{D2AFF527-9978-334A-DAC3-1D878B4D72E0}"/>
                </a:ext>
              </a:extLst>
            </p:cNvPr>
            <p:cNvSpPr/>
            <p:nvPr/>
          </p:nvSpPr>
          <p:spPr bwMode="gray">
            <a:xfrm>
              <a:off x="9437370" y="10999107"/>
              <a:ext cx="323659" cy="323659"/>
            </a:xfrm>
            <a:custGeom>
              <a:avLst/>
              <a:gdLst>
                <a:gd name="connsiteX0" fmla="*/ 323660 w 323659"/>
                <a:gd name="connsiteY0" fmla="*/ 161830 h 323659"/>
                <a:gd name="connsiteX1" fmla="*/ 161830 w 323659"/>
                <a:gd name="connsiteY1" fmla="*/ 323659 h 323659"/>
                <a:gd name="connsiteX2" fmla="*/ 0 w 323659"/>
                <a:gd name="connsiteY2" fmla="*/ 161830 h 323659"/>
                <a:gd name="connsiteX3" fmla="*/ 161830 w 323659"/>
                <a:gd name="connsiteY3" fmla="*/ 0 h 323659"/>
                <a:gd name="connsiteX4" fmla="*/ 323660 w 323659"/>
                <a:gd name="connsiteY4" fmla="*/ 161830 h 32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659" h="323659">
                  <a:moveTo>
                    <a:pt x="323660" y="161830"/>
                  </a:moveTo>
                  <a:cubicBezTo>
                    <a:pt x="323660" y="251206"/>
                    <a:pt x="251206" y="323659"/>
                    <a:pt x="161830" y="323659"/>
                  </a:cubicBezTo>
                  <a:cubicBezTo>
                    <a:pt x="72454" y="323659"/>
                    <a:pt x="0" y="251206"/>
                    <a:pt x="0" y="161830"/>
                  </a:cubicBezTo>
                  <a:cubicBezTo>
                    <a:pt x="0" y="72453"/>
                    <a:pt x="72454" y="0"/>
                    <a:pt x="161830" y="0"/>
                  </a:cubicBezTo>
                  <a:cubicBezTo>
                    <a:pt x="251206" y="0"/>
                    <a:pt x="323660" y="72454"/>
                    <a:pt x="323660" y="161830"/>
                  </a:cubicBezTo>
                  <a:close/>
                </a:path>
              </a:pathLst>
            </a:custGeom>
            <a:solidFill>
              <a:schemeClr val="tx1"/>
            </a:solidFill>
            <a:ln w="241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  <p:sp>
          <p:nvSpPr>
            <p:cNvPr id="11" name="Freihandform: Form 10">
              <a:extLst>
                <a:ext uri="{FF2B5EF4-FFF2-40B4-BE49-F238E27FC236}">
                  <a16:creationId xmlns:a16="http://schemas.microsoft.com/office/drawing/2014/main" id="{3009A471-EAB9-7FA9-AC4B-A45FA264A068}"/>
                </a:ext>
              </a:extLst>
            </p:cNvPr>
            <p:cNvSpPr/>
            <p:nvPr/>
          </p:nvSpPr>
          <p:spPr bwMode="gray">
            <a:xfrm>
              <a:off x="9463563" y="11025301"/>
              <a:ext cx="271272" cy="271272"/>
            </a:xfrm>
            <a:custGeom>
              <a:avLst/>
              <a:gdLst>
                <a:gd name="connsiteX0" fmla="*/ 271272 w 271272"/>
                <a:gd name="connsiteY0" fmla="*/ 135636 h 271272"/>
                <a:gd name="connsiteX1" fmla="*/ 135636 w 271272"/>
                <a:gd name="connsiteY1" fmla="*/ 271272 h 271272"/>
                <a:gd name="connsiteX2" fmla="*/ 0 w 271272"/>
                <a:gd name="connsiteY2" fmla="*/ 135636 h 271272"/>
                <a:gd name="connsiteX3" fmla="*/ 135636 w 271272"/>
                <a:gd name="connsiteY3" fmla="*/ 0 h 271272"/>
                <a:gd name="connsiteX4" fmla="*/ 271272 w 271272"/>
                <a:gd name="connsiteY4" fmla="*/ 135636 h 2712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1272" h="271272">
                  <a:moveTo>
                    <a:pt x="271272" y="135636"/>
                  </a:moveTo>
                  <a:cubicBezTo>
                    <a:pt x="271272" y="210546"/>
                    <a:pt x="210546" y="271272"/>
                    <a:pt x="135636" y="271272"/>
                  </a:cubicBezTo>
                  <a:cubicBezTo>
                    <a:pt x="60726" y="271272"/>
                    <a:pt x="0" y="210546"/>
                    <a:pt x="0" y="135636"/>
                  </a:cubicBezTo>
                  <a:cubicBezTo>
                    <a:pt x="0" y="60726"/>
                    <a:pt x="60727" y="0"/>
                    <a:pt x="135636" y="0"/>
                  </a:cubicBezTo>
                  <a:cubicBezTo>
                    <a:pt x="210546" y="0"/>
                    <a:pt x="271272" y="60726"/>
                    <a:pt x="271272" y="135636"/>
                  </a:cubicBezTo>
                  <a:close/>
                </a:path>
              </a:pathLst>
            </a:custGeom>
            <a:solidFill>
              <a:schemeClr val="bg1"/>
            </a:solidFill>
            <a:ln w="2028" cap="flat">
              <a:noFill/>
              <a:prstDash val="solid"/>
              <a:miter/>
            </a:ln>
          </p:spPr>
          <p:txBody>
            <a:bodyPr lIns="0" tIns="0" rIns="0" bIns="0" rtlCol="0" anchor="ctr"/>
            <a:lstStyle/>
            <a:p>
              <a:endParaRPr lang="de-DE" sz="1488" noProof="0"/>
            </a:p>
          </p:txBody>
        </p:sp>
      </p:grpSp>
      <p:sp>
        <p:nvSpPr>
          <p:cNvPr id="12" name="Bild 3">
            <a:extLst>
              <a:ext uri="{FF2B5EF4-FFF2-40B4-BE49-F238E27FC236}">
                <a16:creationId xmlns:a16="http://schemas.microsoft.com/office/drawing/2014/main" id="{2E548268-0CA6-4599-A394-CD8CE6701903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 bwMode="gray">
          <a:xfrm>
            <a:off x="2770756" y="1760731"/>
            <a:ext cx="3528518" cy="2651531"/>
          </a:xfrm>
          <a:solidFill>
            <a:schemeClr val="bg1">
              <a:lumMod val="85000"/>
            </a:schemeClr>
          </a:solidFill>
        </p:spPr>
        <p:txBody>
          <a:bodyPr vert="horz" lIns="144000" tIns="144000" rIns="144000" bIns="144000" rtlCol="0">
            <a:noAutofit/>
          </a:bodyPr>
          <a:lstStyle>
            <a:lvl1pPr marL="0" indent="0" algn="l">
              <a:buFont typeface="Arial" panose="020B0604020202020204" pitchFamily="34" charset="0"/>
              <a:buNone/>
              <a:defRPr lang="en-US"/>
            </a:lvl1pPr>
          </a:lstStyle>
          <a:p>
            <a:pPr marL="212606" lvl="0" indent="-212606"/>
            <a:r>
              <a:rPr lang="en-GB" noProof="0"/>
              <a:t>Click icon to add picture</a:t>
            </a:r>
            <a:endParaRPr lang="de-DE" noProof="0"/>
          </a:p>
        </p:txBody>
      </p:sp>
      <p:sp>
        <p:nvSpPr>
          <p:cNvPr id="15" name="Inhaltsplatzhalter 9">
            <a:extLst>
              <a:ext uri="{FF2B5EF4-FFF2-40B4-BE49-F238E27FC236}">
                <a16:creationId xmlns:a16="http://schemas.microsoft.com/office/drawing/2014/main" id="{2D8DED14-E89A-94F8-10E2-437349E0352B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7002507" y="1383506"/>
            <a:ext cx="1620000" cy="3348038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16" name="Inhaltsplatzhalter 9">
            <a:extLst>
              <a:ext uri="{FF2B5EF4-FFF2-40B4-BE49-F238E27FC236}">
                <a16:creationId xmlns:a16="http://schemas.microsoft.com/office/drawing/2014/main" id="{A7875067-2867-7FC4-2861-03E86644B56B}"/>
              </a:ext>
            </a:extLst>
          </p:cNvPr>
          <p:cNvSpPr>
            <a:spLocks noGrp="1"/>
          </p:cNvSpPr>
          <p:nvPr>
            <p:ph sz="quarter" idx="19"/>
          </p:nvPr>
        </p:nvSpPr>
        <p:spPr bwMode="gray">
          <a:xfrm>
            <a:off x="521494" y="1383506"/>
            <a:ext cx="1620000" cy="3348038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7388086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ckUp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ED3C02-C333-CEDA-E07E-4478CDFC6355}"/>
              </a:ext>
            </a:extLst>
          </p:cNvPr>
          <p:cNvSpPr>
            <a:spLocks noGrp="1"/>
          </p:cNvSpPr>
          <p:nvPr>
            <p:ph type="title"/>
          </p:nvPr>
        </p:nvSpPr>
        <p:spPr bwMode="gray"/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59318CB-83E3-F25F-33DC-44DDBEBE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fld id="{4CDE55DF-1B61-834C-BC50-5BF056AC9CEF}" type="datetime1">
              <a:rPr lang="en-US" smtClean="0"/>
              <a:t>8/29/2026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EC32B3B-6EF9-FF7F-CD46-7B4AAC5A5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3222507" y="4873500"/>
            <a:ext cx="5400000" cy="135000"/>
          </a:xfrm>
        </p:spPr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BEB506-D959-87F7-AE39-613AA81A7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4" name="Freihandform: Form 13">
            <a:extLst>
              <a:ext uri="{FF2B5EF4-FFF2-40B4-BE49-F238E27FC236}">
                <a16:creationId xmlns:a16="http://schemas.microsoft.com/office/drawing/2014/main" id="{587601FB-B538-AB43-D62B-6CC06D82EF4B}"/>
              </a:ext>
            </a:extLst>
          </p:cNvPr>
          <p:cNvSpPr>
            <a:spLocks noChangeAspect="1"/>
          </p:cNvSpPr>
          <p:nvPr/>
        </p:nvSpPr>
        <p:spPr bwMode="gray">
          <a:xfrm>
            <a:off x="3740294" y="1063373"/>
            <a:ext cx="1663412" cy="3488684"/>
          </a:xfrm>
          <a:custGeom>
            <a:avLst/>
            <a:gdLst>
              <a:gd name="connsiteX0" fmla="*/ 2826260 w 3268604"/>
              <a:gd name="connsiteY0" fmla="*/ 6856786 h 6856786"/>
              <a:gd name="connsiteX1" fmla="*/ 442345 w 3268604"/>
              <a:gd name="connsiteY1" fmla="*/ 6856786 h 6856786"/>
              <a:gd name="connsiteX2" fmla="*/ 0 w 3268604"/>
              <a:gd name="connsiteY2" fmla="*/ 6414441 h 6856786"/>
              <a:gd name="connsiteX3" fmla="*/ 0 w 3268604"/>
              <a:gd name="connsiteY3" fmla="*/ 442345 h 6856786"/>
              <a:gd name="connsiteX4" fmla="*/ 442345 w 3268604"/>
              <a:gd name="connsiteY4" fmla="*/ 0 h 6856786"/>
              <a:gd name="connsiteX5" fmla="*/ 2826260 w 3268604"/>
              <a:gd name="connsiteY5" fmla="*/ 0 h 6856786"/>
              <a:gd name="connsiteX6" fmla="*/ 3268605 w 3268604"/>
              <a:gd name="connsiteY6" fmla="*/ 442345 h 6856786"/>
              <a:gd name="connsiteX7" fmla="*/ 3268605 w 3268604"/>
              <a:gd name="connsiteY7" fmla="*/ 6414441 h 6856786"/>
              <a:gd name="connsiteX8" fmla="*/ 2826260 w 3268604"/>
              <a:gd name="connsiteY8" fmla="*/ 6856786 h 6856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268604" h="6856786">
                <a:moveTo>
                  <a:pt x="2826260" y="6856786"/>
                </a:moveTo>
                <a:lnTo>
                  <a:pt x="442345" y="6856786"/>
                </a:lnTo>
                <a:cubicBezTo>
                  <a:pt x="199064" y="6856786"/>
                  <a:pt x="0" y="6657723"/>
                  <a:pt x="0" y="6414441"/>
                </a:cubicBezTo>
                <a:lnTo>
                  <a:pt x="0" y="442345"/>
                </a:lnTo>
                <a:cubicBezTo>
                  <a:pt x="0" y="199064"/>
                  <a:pt x="199064" y="0"/>
                  <a:pt x="442345" y="0"/>
                </a:cubicBezTo>
                <a:lnTo>
                  <a:pt x="2826260" y="0"/>
                </a:lnTo>
                <a:cubicBezTo>
                  <a:pt x="3069541" y="0"/>
                  <a:pt x="3268605" y="199064"/>
                  <a:pt x="3268605" y="442345"/>
                </a:cubicBezTo>
                <a:lnTo>
                  <a:pt x="3268605" y="6414441"/>
                </a:lnTo>
                <a:cubicBezTo>
                  <a:pt x="3268692" y="6657723"/>
                  <a:pt x="3069628" y="6856786"/>
                  <a:pt x="2826260" y="6856786"/>
                </a:cubicBezTo>
                <a:close/>
              </a:path>
            </a:pathLst>
          </a:custGeom>
          <a:solidFill>
            <a:schemeClr val="bg1"/>
          </a:solidFill>
          <a:ln w="6350" cap="flat">
            <a:solidFill>
              <a:schemeClr val="tx1"/>
            </a:solidFill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de-DE" sz="1488" noProof="0"/>
          </a:p>
        </p:txBody>
      </p:sp>
      <p:sp>
        <p:nvSpPr>
          <p:cNvPr id="15" name="Freihandform: Form 14">
            <a:extLst>
              <a:ext uri="{FF2B5EF4-FFF2-40B4-BE49-F238E27FC236}">
                <a16:creationId xmlns:a16="http://schemas.microsoft.com/office/drawing/2014/main" id="{02006745-C619-697D-C7FF-B3F3662AAAB3}"/>
              </a:ext>
            </a:extLst>
          </p:cNvPr>
          <p:cNvSpPr>
            <a:spLocks noChangeAspect="1"/>
          </p:cNvSpPr>
          <p:nvPr/>
        </p:nvSpPr>
        <p:spPr bwMode="gray">
          <a:xfrm>
            <a:off x="3765291" y="1088385"/>
            <a:ext cx="1613420" cy="3438659"/>
          </a:xfrm>
          <a:custGeom>
            <a:avLst/>
            <a:gdLst>
              <a:gd name="connsiteX0" fmla="*/ 2764876 w 3170373"/>
              <a:gd name="connsiteY0" fmla="*/ 6758468 h 6758468"/>
              <a:gd name="connsiteX1" fmla="*/ 405498 w 3170373"/>
              <a:gd name="connsiteY1" fmla="*/ 6758468 h 6758468"/>
              <a:gd name="connsiteX2" fmla="*/ 0 w 3170373"/>
              <a:gd name="connsiteY2" fmla="*/ 6352970 h 6758468"/>
              <a:gd name="connsiteX3" fmla="*/ 0 w 3170373"/>
              <a:gd name="connsiteY3" fmla="*/ 405498 h 6758468"/>
              <a:gd name="connsiteX4" fmla="*/ 405498 w 3170373"/>
              <a:gd name="connsiteY4" fmla="*/ 0 h 6758468"/>
              <a:gd name="connsiteX5" fmla="*/ 2764876 w 3170373"/>
              <a:gd name="connsiteY5" fmla="*/ 0 h 6758468"/>
              <a:gd name="connsiteX6" fmla="*/ 3170373 w 3170373"/>
              <a:gd name="connsiteY6" fmla="*/ 405498 h 6758468"/>
              <a:gd name="connsiteX7" fmla="*/ 3170373 w 3170373"/>
              <a:gd name="connsiteY7" fmla="*/ 6352970 h 6758468"/>
              <a:gd name="connsiteX8" fmla="*/ 2764876 w 3170373"/>
              <a:gd name="connsiteY8" fmla="*/ 6758468 h 67584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70373" h="6758468">
                <a:moveTo>
                  <a:pt x="2764876" y="6758468"/>
                </a:moveTo>
                <a:lnTo>
                  <a:pt x="405498" y="6758468"/>
                </a:lnTo>
                <a:cubicBezTo>
                  <a:pt x="182504" y="6758468"/>
                  <a:pt x="0" y="6575964"/>
                  <a:pt x="0" y="6352970"/>
                </a:cubicBezTo>
                <a:lnTo>
                  <a:pt x="0" y="405498"/>
                </a:lnTo>
                <a:cubicBezTo>
                  <a:pt x="0" y="182504"/>
                  <a:pt x="182504" y="0"/>
                  <a:pt x="405498" y="0"/>
                </a:cubicBezTo>
                <a:lnTo>
                  <a:pt x="2764876" y="0"/>
                </a:lnTo>
                <a:cubicBezTo>
                  <a:pt x="2987869" y="0"/>
                  <a:pt x="3170373" y="182504"/>
                  <a:pt x="3170373" y="405498"/>
                </a:cubicBezTo>
                <a:lnTo>
                  <a:pt x="3170373" y="6352970"/>
                </a:lnTo>
                <a:cubicBezTo>
                  <a:pt x="3170373" y="6575964"/>
                  <a:pt x="2987869" y="6758468"/>
                  <a:pt x="2764876" y="6758468"/>
                </a:cubicBezTo>
                <a:close/>
              </a:path>
            </a:pathLst>
          </a:custGeom>
          <a:solidFill>
            <a:schemeClr val="tx1"/>
          </a:solidFill>
          <a:ln w="2214" cap="flat">
            <a:noFill/>
            <a:prstDash val="solid"/>
            <a:miter/>
          </a:ln>
        </p:spPr>
        <p:txBody>
          <a:bodyPr lIns="0" tIns="0" rIns="0" bIns="0" rtlCol="0" anchor="ctr"/>
          <a:lstStyle/>
          <a:p>
            <a:endParaRPr lang="de-DE" sz="1488" noProof="0"/>
          </a:p>
        </p:txBody>
      </p:sp>
      <p:sp>
        <p:nvSpPr>
          <p:cNvPr id="16" name="Freihandform: Form 15">
            <a:extLst>
              <a:ext uri="{FF2B5EF4-FFF2-40B4-BE49-F238E27FC236}">
                <a16:creationId xmlns:a16="http://schemas.microsoft.com/office/drawing/2014/main" id="{5E0AA7E8-6951-35F5-3B1B-CE7609AD04E2}"/>
              </a:ext>
            </a:extLst>
          </p:cNvPr>
          <p:cNvSpPr>
            <a:spLocks noChangeAspect="1"/>
          </p:cNvSpPr>
          <p:nvPr/>
        </p:nvSpPr>
        <p:spPr bwMode="gray">
          <a:xfrm>
            <a:off x="3790307" y="1113375"/>
            <a:ext cx="1563387" cy="3388681"/>
          </a:xfrm>
          <a:custGeom>
            <a:avLst/>
            <a:gdLst>
              <a:gd name="connsiteX0" fmla="*/ 2703405 w 3072055"/>
              <a:gd name="connsiteY0" fmla="*/ 6660237 h 6660236"/>
              <a:gd name="connsiteX1" fmla="*/ 368650 w 3072055"/>
              <a:gd name="connsiteY1" fmla="*/ 6660237 h 6660236"/>
              <a:gd name="connsiteX2" fmla="*/ 0 w 3072055"/>
              <a:gd name="connsiteY2" fmla="*/ 6291587 h 6660236"/>
              <a:gd name="connsiteX3" fmla="*/ 0 w 3072055"/>
              <a:gd name="connsiteY3" fmla="*/ 368650 h 6660236"/>
              <a:gd name="connsiteX4" fmla="*/ 368650 w 3072055"/>
              <a:gd name="connsiteY4" fmla="*/ 0 h 6660236"/>
              <a:gd name="connsiteX5" fmla="*/ 2703405 w 3072055"/>
              <a:gd name="connsiteY5" fmla="*/ 0 h 6660236"/>
              <a:gd name="connsiteX6" fmla="*/ 3072055 w 3072055"/>
              <a:gd name="connsiteY6" fmla="*/ 368650 h 6660236"/>
              <a:gd name="connsiteX7" fmla="*/ 3072055 w 3072055"/>
              <a:gd name="connsiteY7" fmla="*/ 6291587 h 6660236"/>
              <a:gd name="connsiteX8" fmla="*/ 2703405 w 3072055"/>
              <a:gd name="connsiteY8" fmla="*/ 6660237 h 66602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072055" h="6660236">
                <a:moveTo>
                  <a:pt x="2703405" y="6660237"/>
                </a:moveTo>
                <a:lnTo>
                  <a:pt x="368650" y="6660237"/>
                </a:lnTo>
                <a:cubicBezTo>
                  <a:pt x="165858" y="6660237"/>
                  <a:pt x="0" y="6494379"/>
                  <a:pt x="0" y="6291587"/>
                </a:cubicBezTo>
                <a:lnTo>
                  <a:pt x="0" y="368650"/>
                </a:lnTo>
                <a:cubicBezTo>
                  <a:pt x="0" y="165858"/>
                  <a:pt x="165858" y="0"/>
                  <a:pt x="368650" y="0"/>
                </a:cubicBezTo>
                <a:lnTo>
                  <a:pt x="2703405" y="0"/>
                </a:lnTo>
                <a:cubicBezTo>
                  <a:pt x="2906197" y="0"/>
                  <a:pt x="3072055" y="165858"/>
                  <a:pt x="3072055" y="368650"/>
                </a:cubicBezTo>
                <a:lnTo>
                  <a:pt x="3072055" y="6291587"/>
                </a:lnTo>
                <a:cubicBezTo>
                  <a:pt x="3072055" y="6494379"/>
                  <a:pt x="2906197" y="6660237"/>
                  <a:pt x="2703405" y="6660237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75000"/>
                  <a:alpha val="60000"/>
                </a:schemeClr>
              </a:gs>
              <a:gs pos="100000">
                <a:schemeClr val="bg1">
                  <a:lumMod val="75000"/>
                </a:schemeClr>
              </a:gs>
            </a:gsLst>
            <a:lin ang="5400000" scaled="0"/>
          </a:gradFill>
          <a:ln w="2164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de-DE" sz="788" noProof="0">
                <a:solidFill>
                  <a:schemeClr val="bg2"/>
                </a:solidFill>
              </a:rPr>
              <a:t>Platz-halter-text</a:t>
            </a:r>
          </a:p>
        </p:txBody>
      </p:sp>
      <p:sp>
        <p:nvSpPr>
          <p:cNvPr id="24" name="Bild 4">
            <a:extLst>
              <a:ext uri="{FF2B5EF4-FFF2-40B4-BE49-F238E27FC236}">
                <a16:creationId xmlns:a16="http://schemas.microsoft.com/office/drawing/2014/main" id="{34953E64-47DA-1EEB-E628-4D2230EF9891}"/>
              </a:ext>
            </a:extLst>
          </p:cNvPr>
          <p:cNvSpPr>
            <a:spLocks noGrp="1" noChangeAspect="1"/>
          </p:cNvSpPr>
          <p:nvPr userDrawn="1">
            <p:ph type="pic" sz="quarter" idx="17"/>
          </p:nvPr>
        </p:nvSpPr>
        <p:spPr bwMode="gray">
          <a:xfrm>
            <a:off x="3790307" y="1113375"/>
            <a:ext cx="1563387" cy="3388681"/>
          </a:xfrm>
          <a:custGeom>
            <a:avLst/>
            <a:gdLst>
              <a:gd name="connsiteX0" fmla="*/ 74517 w 620972"/>
              <a:gd name="connsiteY0" fmla="*/ 0 h 1346270"/>
              <a:gd name="connsiteX1" fmla="*/ 120206 w 620972"/>
              <a:gd name="connsiteY1" fmla="*/ 0 h 1346270"/>
              <a:gd name="connsiteX2" fmla="*/ 135102 w 620972"/>
              <a:gd name="connsiteY2" fmla="*/ 14897 h 1346270"/>
              <a:gd name="connsiteX3" fmla="*/ 169873 w 620972"/>
              <a:gd name="connsiteY3" fmla="*/ 49666 h 1346270"/>
              <a:gd name="connsiteX4" fmla="*/ 451100 w 620972"/>
              <a:gd name="connsiteY4" fmla="*/ 49666 h 1346270"/>
              <a:gd name="connsiteX5" fmla="*/ 485871 w 620972"/>
              <a:gd name="connsiteY5" fmla="*/ 14897 h 1346270"/>
              <a:gd name="connsiteX6" fmla="*/ 500767 w 620972"/>
              <a:gd name="connsiteY6" fmla="*/ 0 h 1346270"/>
              <a:gd name="connsiteX7" fmla="*/ 546455 w 620972"/>
              <a:gd name="connsiteY7" fmla="*/ 0 h 1346270"/>
              <a:gd name="connsiteX8" fmla="*/ 620972 w 620972"/>
              <a:gd name="connsiteY8" fmla="*/ 74517 h 1346270"/>
              <a:gd name="connsiteX9" fmla="*/ 620972 w 620972"/>
              <a:gd name="connsiteY9" fmla="*/ 1271753 h 1346270"/>
              <a:gd name="connsiteX10" fmla="*/ 546455 w 620972"/>
              <a:gd name="connsiteY10" fmla="*/ 1346270 h 1346270"/>
              <a:gd name="connsiteX11" fmla="*/ 74517 w 620972"/>
              <a:gd name="connsiteY11" fmla="*/ 1346270 h 1346270"/>
              <a:gd name="connsiteX12" fmla="*/ 0 w 620972"/>
              <a:gd name="connsiteY12" fmla="*/ 1271753 h 1346270"/>
              <a:gd name="connsiteX13" fmla="*/ 0 w 620972"/>
              <a:gd name="connsiteY13" fmla="*/ 74517 h 1346270"/>
              <a:gd name="connsiteX14" fmla="*/ 74517 w 620972"/>
              <a:gd name="connsiteY14" fmla="*/ 0 h 1346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620972" h="1346270">
                <a:moveTo>
                  <a:pt x="74517" y="0"/>
                </a:moveTo>
                <a:lnTo>
                  <a:pt x="120206" y="0"/>
                </a:lnTo>
                <a:cubicBezTo>
                  <a:pt x="128425" y="0"/>
                  <a:pt x="135102" y="6660"/>
                  <a:pt x="135102" y="14897"/>
                </a:cubicBezTo>
                <a:cubicBezTo>
                  <a:pt x="135102" y="34104"/>
                  <a:pt x="150665" y="49666"/>
                  <a:pt x="169873" y="49666"/>
                </a:cubicBezTo>
                <a:lnTo>
                  <a:pt x="451100" y="49666"/>
                </a:lnTo>
                <a:cubicBezTo>
                  <a:pt x="470308" y="49666"/>
                  <a:pt x="485871" y="34104"/>
                  <a:pt x="485871" y="14897"/>
                </a:cubicBezTo>
                <a:cubicBezTo>
                  <a:pt x="485871" y="6677"/>
                  <a:pt x="492530" y="0"/>
                  <a:pt x="500767" y="0"/>
                </a:cubicBezTo>
                <a:lnTo>
                  <a:pt x="546455" y="0"/>
                </a:lnTo>
                <a:cubicBezTo>
                  <a:pt x="587446" y="0"/>
                  <a:pt x="620972" y="33526"/>
                  <a:pt x="620972" y="74517"/>
                </a:cubicBezTo>
                <a:lnTo>
                  <a:pt x="620972" y="1271753"/>
                </a:lnTo>
                <a:cubicBezTo>
                  <a:pt x="620972" y="1312745"/>
                  <a:pt x="587446" y="1346270"/>
                  <a:pt x="546455" y="1346270"/>
                </a:cubicBezTo>
                <a:lnTo>
                  <a:pt x="74517" y="1346270"/>
                </a:lnTo>
                <a:cubicBezTo>
                  <a:pt x="33526" y="1346270"/>
                  <a:pt x="0" y="1312745"/>
                  <a:pt x="0" y="1271753"/>
                </a:cubicBezTo>
                <a:lnTo>
                  <a:pt x="0" y="74517"/>
                </a:lnTo>
                <a:cubicBezTo>
                  <a:pt x="0" y="33526"/>
                  <a:pt x="33526" y="0"/>
                  <a:pt x="74517" y="0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vert="horz" wrap="square" lIns="144000" tIns="144000" rIns="144000" bIns="144000" rtlCol="0">
            <a:noAutofit/>
          </a:bodyPr>
          <a:lstStyle>
            <a:lvl1pPr marL="0" indent="0" algn="l">
              <a:buNone/>
              <a:defRPr lang="en-US"/>
            </a:lvl1pPr>
          </a:lstStyle>
          <a:p>
            <a:pPr marL="212606" lvl="0" indent="-212606"/>
            <a:r>
              <a:rPr lang="en-GB" noProof="0"/>
              <a:t>Click icon to add picture</a:t>
            </a:r>
            <a:endParaRPr lang="de-DE" noProof="0"/>
          </a:p>
        </p:txBody>
      </p:sp>
      <p:cxnSp>
        <p:nvCxnSpPr>
          <p:cNvPr id="25" name="Linie 1">
            <a:extLst>
              <a:ext uri="{FF2B5EF4-FFF2-40B4-BE49-F238E27FC236}">
                <a16:creationId xmlns:a16="http://schemas.microsoft.com/office/drawing/2014/main" id="{021BEF7B-FC8A-D5B6-15BD-DA3BFC479DD2}"/>
              </a:ext>
            </a:extLst>
          </p:cNvPr>
          <p:cNvCxnSpPr>
            <a:cxnSpLocks/>
          </p:cNvCxnSpPr>
          <p:nvPr userDrawn="1"/>
        </p:nvCxnSpPr>
        <p:spPr bwMode="gray">
          <a:xfrm flipV="1">
            <a:off x="2547000" y="4566857"/>
            <a:ext cx="4050000" cy="7824"/>
          </a:xfrm>
          <a:prstGeom prst="line">
            <a:avLst/>
          </a:prstGeom>
          <a:ln w="254000">
            <a:gradFill>
              <a:gsLst>
                <a:gs pos="0">
                  <a:schemeClr val="bg1">
                    <a:lumMod val="75000"/>
                    <a:alpha val="0"/>
                  </a:schemeClr>
                </a:gs>
                <a:gs pos="50000">
                  <a:schemeClr val="bg1">
                    <a:lumMod val="75000"/>
                  </a:schemeClr>
                </a:gs>
                <a:gs pos="100000">
                  <a:schemeClr val="bg1">
                    <a:lumMod val="95000"/>
                    <a:alpha val="0"/>
                  </a:schemeClr>
                </a:gs>
              </a:gsLst>
              <a:lin ang="5400000" scaled="1"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Linie 2">
            <a:extLst>
              <a:ext uri="{FF2B5EF4-FFF2-40B4-BE49-F238E27FC236}">
                <a16:creationId xmlns:a16="http://schemas.microsoft.com/office/drawing/2014/main" id="{1A8520E2-24E9-259C-47F4-47BB48BDBE02}"/>
              </a:ext>
            </a:extLst>
          </p:cNvPr>
          <p:cNvCxnSpPr>
            <a:cxnSpLocks/>
          </p:cNvCxnSpPr>
          <p:nvPr userDrawn="1"/>
        </p:nvCxnSpPr>
        <p:spPr bwMode="gray">
          <a:xfrm>
            <a:off x="2547000" y="4574681"/>
            <a:ext cx="4050000" cy="20"/>
          </a:xfrm>
          <a:prstGeom prst="line">
            <a:avLst/>
          </a:prstGeom>
          <a:ln w="254000">
            <a:gradFill>
              <a:gsLst>
                <a:gs pos="75000">
                  <a:srgbClr val="FFFFFF">
                    <a:alpha val="0"/>
                  </a:srgbClr>
                </a:gs>
                <a:gs pos="25000">
                  <a:srgbClr val="FFFFFF">
                    <a:alpha val="0"/>
                  </a:srgbClr>
                </a:gs>
                <a:gs pos="0">
                  <a:schemeClr val="bg1"/>
                </a:gs>
                <a:gs pos="100000">
                  <a:schemeClr val="bg1"/>
                </a:gs>
              </a:gsLst>
              <a:lin ang="0" scaled="0"/>
            </a:gra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Inhaltsplatzhalter 9">
            <a:extLst>
              <a:ext uri="{FF2B5EF4-FFF2-40B4-BE49-F238E27FC236}">
                <a16:creationId xmlns:a16="http://schemas.microsoft.com/office/drawing/2014/main" id="{511B9506-D699-B8EE-8A9E-169414289271}"/>
              </a:ext>
            </a:extLst>
          </p:cNvPr>
          <p:cNvSpPr>
            <a:spLocks noGrp="1"/>
          </p:cNvSpPr>
          <p:nvPr>
            <p:ph sz="quarter" idx="18"/>
          </p:nvPr>
        </p:nvSpPr>
        <p:spPr bwMode="gray">
          <a:xfrm>
            <a:off x="5922507" y="1383506"/>
            <a:ext cx="2700000" cy="3348038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  <p:sp>
        <p:nvSpPr>
          <p:cNvPr id="28" name="Inhaltsplatzhalter 9">
            <a:extLst>
              <a:ext uri="{FF2B5EF4-FFF2-40B4-BE49-F238E27FC236}">
                <a16:creationId xmlns:a16="http://schemas.microsoft.com/office/drawing/2014/main" id="{90C87831-4967-DCA1-C182-06F24812D6FA}"/>
              </a:ext>
            </a:extLst>
          </p:cNvPr>
          <p:cNvSpPr>
            <a:spLocks noGrp="1"/>
          </p:cNvSpPr>
          <p:nvPr>
            <p:ph sz="quarter" idx="19"/>
          </p:nvPr>
        </p:nvSpPr>
        <p:spPr bwMode="gray">
          <a:xfrm>
            <a:off x="521495" y="1383506"/>
            <a:ext cx="2700000" cy="3348038"/>
          </a:xfrm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  <a:lvl2pPr>
              <a:defRPr lang="de-DE" dirty="0"/>
            </a:lvl2pPr>
            <a:lvl3pPr>
              <a:defRPr lang="de-DE" dirty="0"/>
            </a:lvl3pPr>
            <a:lvl4pPr>
              <a:defRPr lang="de-DE" dirty="0"/>
            </a:lvl4pPr>
            <a:lvl5pPr>
              <a:defRPr lang="de-DE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98850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pecials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feld 2">
            <a:extLst>
              <a:ext uri="{FF2B5EF4-FFF2-40B4-BE49-F238E27FC236}">
                <a16:creationId xmlns:a16="http://schemas.microsoft.com/office/drawing/2014/main" id="{4730C8E6-C12C-34F9-BB33-B1A08B0CFE36}"/>
              </a:ext>
            </a:extLst>
          </p:cNvPr>
          <p:cNvSpPr txBox="1"/>
          <p:nvPr userDrawn="1"/>
        </p:nvSpPr>
        <p:spPr>
          <a:xfrm>
            <a:off x="521494" y="2247714"/>
            <a:ext cx="8101013" cy="64807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indent="0" algn="l" defTabSz="685800" rtl="0" eaLnBrk="1" fontAlgn="auto" latinLnBrk="0" hangingPunct="1">
              <a:lnSpc>
                <a:spcPct val="100000"/>
              </a:lnSpc>
              <a:spcBef>
                <a:spcPts val="225"/>
              </a:spcBef>
              <a:spcAft>
                <a:spcPts val="225"/>
              </a:spcAft>
              <a:buClrTx/>
              <a:buSzTx/>
              <a:buFontTx/>
              <a:buNone/>
              <a:tabLst/>
            </a:pPr>
            <a:r>
              <a:rPr kumimoji="0" lang="de-DE" sz="7200" b="0" i="0" u="none" strike="noStrike" kern="1200" cap="none" spc="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Kontakt und </a:t>
            </a:r>
            <a:br>
              <a:rPr kumimoji="0" lang="de-DE" sz="7200" b="0" i="0" u="none" strike="noStrike" kern="1200" cap="none" spc="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de-DE" sz="7200" b="0" i="0" u="none" strike="noStrike" kern="1200" cap="none" spc="3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Abschlußfolien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71B9BE91-805A-0C44-403E-2862DD1CE09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black">
          <a:xfrm>
            <a:off x="7960201" y="415085"/>
            <a:ext cx="688500" cy="156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0148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1 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platzhalter 25">
            <a:extLst>
              <a:ext uri="{FF2B5EF4-FFF2-40B4-BE49-F238E27FC236}">
                <a16:creationId xmlns:a16="http://schemas.microsoft.com/office/drawing/2014/main" id="{0E34D6F6-533F-D38F-3D6F-6DF1E82E4C1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521494" y="1350000"/>
            <a:ext cx="8101013" cy="189001"/>
          </a:xfrm>
        </p:spPr>
        <p:txBody>
          <a:bodyPr/>
          <a:lstStyle>
            <a:lvl1pPr>
              <a:defRPr cap="all" baseline="0">
                <a:solidFill>
                  <a:schemeClr val="accent1"/>
                </a:solidFill>
                <a:latin typeface="+mj-lt"/>
              </a:defRPr>
            </a:lvl1pPr>
            <a:lvl2pPr>
              <a:defRPr cap="all" baseline="0">
                <a:solidFill>
                  <a:schemeClr val="accent1"/>
                </a:solidFill>
                <a:latin typeface="+mj-lt"/>
              </a:defRPr>
            </a:lvl2pPr>
            <a:lvl3pPr>
              <a:defRPr cap="all" baseline="0">
                <a:solidFill>
                  <a:schemeClr val="accent1"/>
                </a:solidFill>
                <a:latin typeface="+mj-lt"/>
              </a:defRPr>
            </a:lvl3pPr>
            <a:lvl4pPr>
              <a:defRPr cap="all" baseline="0">
                <a:solidFill>
                  <a:schemeClr val="accent1"/>
                </a:solidFill>
                <a:latin typeface="+mj-lt"/>
              </a:defRPr>
            </a:lvl4pPr>
            <a:lvl5pPr>
              <a:defRPr cap="all" baseline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itel 12">
            <a:extLst>
              <a:ext uri="{FF2B5EF4-FFF2-40B4-BE49-F238E27FC236}">
                <a16:creationId xmlns:a16="http://schemas.microsoft.com/office/drawing/2014/main" id="{575127F1-5E6D-DF9D-086B-66A16FBBC91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1494" y="358197"/>
            <a:ext cx="7308506" cy="2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2D23DC17-F256-6B5E-DBD1-24B7A397EB57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 bwMode="gray">
          <a:xfrm>
            <a:off x="521494" y="1735457"/>
            <a:ext cx="1809000" cy="167954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lang="de-DE"/>
            </a:lvl1pPr>
          </a:lstStyle>
          <a:p>
            <a:pPr lvl="0"/>
            <a:r>
              <a:rPr lang="en-GB"/>
              <a:t>Click icon to add picture</a:t>
            </a:r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DA04FA4-9254-9D14-85CF-4A343784E4E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521493" y="3521605"/>
            <a:ext cx="2430000" cy="189000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platzhalter 10">
            <a:extLst>
              <a:ext uri="{FF2B5EF4-FFF2-40B4-BE49-F238E27FC236}">
                <a16:creationId xmlns:a16="http://schemas.microsoft.com/office/drawing/2014/main" id="{40BD5AFF-3B28-9F98-DB35-E3C99FC9745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521493" y="3817204"/>
            <a:ext cx="2430000" cy="914340"/>
          </a:xfrm>
        </p:spPr>
        <p:txBody>
          <a:bodyPr/>
          <a:lstStyle>
            <a:lvl1pPr>
              <a:defRPr sz="1050"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62421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2 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>
            <a:extLst>
              <a:ext uri="{FF2B5EF4-FFF2-40B4-BE49-F238E27FC236}">
                <a16:creationId xmlns:a16="http://schemas.microsoft.com/office/drawing/2014/main" id="{575127F1-5E6D-DF9D-086B-66A16FBBC91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1494" y="358197"/>
            <a:ext cx="7308506" cy="2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2D23DC17-F256-6B5E-DBD1-24B7A397EB57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 bwMode="gray">
          <a:xfrm>
            <a:off x="521494" y="1735457"/>
            <a:ext cx="1809000" cy="167954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lang="de-DE"/>
            </a:lvl1pPr>
          </a:lstStyle>
          <a:p>
            <a:pPr lvl="0"/>
            <a:r>
              <a:rPr lang="en-GB"/>
              <a:t>Click icon to add picture</a:t>
            </a:r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DA04FA4-9254-9D14-85CF-4A343784E4E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521493" y="3521605"/>
            <a:ext cx="2430000" cy="189000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9ABE09F7-7FF5-3E84-AC00-990FBBF1F112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 bwMode="gray">
          <a:xfrm>
            <a:off x="3762509" y="1735457"/>
            <a:ext cx="1809000" cy="167954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lang="de-DE"/>
            </a:lvl1pPr>
          </a:lstStyle>
          <a:p>
            <a:pPr lvl="0"/>
            <a:r>
              <a:rPr lang="en-GB"/>
              <a:t>Click icon to add picture</a:t>
            </a:r>
            <a:endParaRPr lang="de-DE"/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D5932703-B43B-ED77-A182-A0A33C60781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>
            <a:off x="3762509" y="3521605"/>
            <a:ext cx="2430000" cy="189000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platzhalter 10">
            <a:extLst>
              <a:ext uri="{FF2B5EF4-FFF2-40B4-BE49-F238E27FC236}">
                <a16:creationId xmlns:a16="http://schemas.microsoft.com/office/drawing/2014/main" id="{40BD5AFF-3B28-9F98-DB35-E3C99FC9745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521493" y="3817204"/>
            <a:ext cx="2430000" cy="914340"/>
          </a:xfrm>
        </p:spPr>
        <p:txBody>
          <a:bodyPr/>
          <a:lstStyle>
            <a:lvl1pPr>
              <a:defRPr sz="1050"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platzhalter 10">
            <a:extLst>
              <a:ext uri="{FF2B5EF4-FFF2-40B4-BE49-F238E27FC236}">
                <a16:creationId xmlns:a16="http://schemas.microsoft.com/office/drawing/2014/main" id="{0E6626C2-27AD-BBB8-FEC5-65B32CB35EC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3762509" y="3817204"/>
            <a:ext cx="2430000" cy="914340"/>
          </a:xfrm>
        </p:spPr>
        <p:txBody>
          <a:bodyPr/>
          <a:lstStyle>
            <a:lvl1pPr>
              <a:defRPr sz="1050"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extplatzhalter 25">
            <a:extLst>
              <a:ext uri="{FF2B5EF4-FFF2-40B4-BE49-F238E27FC236}">
                <a16:creationId xmlns:a16="http://schemas.microsoft.com/office/drawing/2014/main" id="{E7B8F141-791F-F39D-C956-434E4F1A089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 bwMode="gray">
          <a:xfrm>
            <a:off x="521494" y="1350000"/>
            <a:ext cx="8101013" cy="189001"/>
          </a:xfrm>
        </p:spPr>
        <p:txBody>
          <a:bodyPr/>
          <a:lstStyle>
            <a:lvl1pPr>
              <a:defRPr cap="all" baseline="0">
                <a:solidFill>
                  <a:schemeClr val="accent1"/>
                </a:solidFill>
                <a:latin typeface="+mj-lt"/>
              </a:defRPr>
            </a:lvl1pPr>
            <a:lvl2pPr>
              <a:defRPr cap="all" baseline="0">
                <a:solidFill>
                  <a:schemeClr val="accent1"/>
                </a:solidFill>
                <a:latin typeface="+mj-lt"/>
              </a:defRPr>
            </a:lvl2pPr>
            <a:lvl3pPr>
              <a:defRPr cap="all" baseline="0">
                <a:solidFill>
                  <a:schemeClr val="accent1"/>
                </a:solidFill>
                <a:latin typeface="+mj-lt"/>
              </a:defRPr>
            </a:lvl3pPr>
            <a:lvl4pPr>
              <a:defRPr cap="all" baseline="0">
                <a:solidFill>
                  <a:schemeClr val="accent1"/>
                </a:solidFill>
                <a:latin typeface="+mj-lt"/>
              </a:defRPr>
            </a:lvl4pPr>
            <a:lvl5pPr>
              <a:defRPr cap="all" baseline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1668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ntakt 3 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el 12">
            <a:extLst>
              <a:ext uri="{FF2B5EF4-FFF2-40B4-BE49-F238E27FC236}">
                <a16:creationId xmlns:a16="http://schemas.microsoft.com/office/drawing/2014/main" id="{575127F1-5E6D-DF9D-086B-66A16FBBC910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1494" y="358197"/>
            <a:ext cx="7308506" cy="2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4" name="Bildplatzhalter 3">
            <a:extLst>
              <a:ext uri="{FF2B5EF4-FFF2-40B4-BE49-F238E27FC236}">
                <a16:creationId xmlns:a16="http://schemas.microsoft.com/office/drawing/2014/main" id="{2D23DC17-F256-6B5E-DBD1-24B7A397EB57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 bwMode="gray">
          <a:xfrm>
            <a:off x="521494" y="1735457"/>
            <a:ext cx="1809000" cy="167954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lang="de-DE"/>
            </a:lvl1pPr>
          </a:lstStyle>
          <a:p>
            <a:pPr lvl="0"/>
            <a:r>
              <a:rPr lang="en-GB"/>
              <a:t>Click icon to add picture</a:t>
            </a:r>
            <a:endParaRPr lang="de-DE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CDA04FA4-9254-9D14-85CF-4A343784E4E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gray">
          <a:xfrm>
            <a:off x="521493" y="3521605"/>
            <a:ext cx="2430000" cy="189000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Bildplatzhalter 3">
            <a:extLst>
              <a:ext uri="{FF2B5EF4-FFF2-40B4-BE49-F238E27FC236}">
                <a16:creationId xmlns:a16="http://schemas.microsoft.com/office/drawing/2014/main" id="{9ABE09F7-7FF5-3E84-AC00-990FBBF1F112}"/>
              </a:ext>
            </a:extLst>
          </p:cNvPr>
          <p:cNvSpPr>
            <a:spLocks noGrp="1" noChangeAspect="1"/>
          </p:cNvSpPr>
          <p:nvPr>
            <p:ph type="pic" sz="quarter" idx="22"/>
          </p:nvPr>
        </p:nvSpPr>
        <p:spPr bwMode="gray">
          <a:xfrm>
            <a:off x="3358074" y="1735457"/>
            <a:ext cx="1809000" cy="167954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lang="de-DE"/>
            </a:lvl1pPr>
          </a:lstStyle>
          <a:p>
            <a:pPr lvl="0"/>
            <a:r>
              <a:rPr lang="en-GB"/>
              <a:t>Click icon to add picture</a:t>
            </a:r>
            <a:endParaRPr lang="de-DE"/>
          </a:p>
        </p:txBody>
      </p:sp>
      <p:sp>
        <p:nvSpPr>
          <p:cNvPr id="15" name="Textplatzhalter 10">
            <a:extLst>
              <a:ext uri="{FF2B5EF4-FFF2-40B4-BE49-F238E27FC236}">
                <a16:creationId xmlns:a16="http://schemas.microsoft.com/office/drawing/2014/main" id="{D5932703-B43B-ED77-A182-A0A33C60781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 bwMode="gray">
          <a:xfrm>
            <a:off x="3358074" y="3521605"/>
            <a:ext cx="2430000" cy="189000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Textplatzhalter 10">
            <a:extLst>
              <a:ext uri="{FF2B5EF4-FFF2-40B4-BE49-F238E27FC236}">
                <a16:creationId xmlns:a16="http://schemas.microsoft.com/office/drawing/2014/main" id="{40BD5AFF-3B28-9F98-DB35-E3C99FC9745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gray">
          <a:xfrm>
            <a:off x="521493" y="3817204"/>
            <a:ext cx="2430000" cy="914340"/>
          </a:xfrm>
        </p:spPr>
        <p:txBody>
          <a:bodyPr/>
          <a:lstStyle>
            <a:lvl1pPr>
              <a:defRPr sz="1050"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platzhalter 10">
            <a:extLst>
              <a:ext uri="{FF2B5EF4-FFF2-40B4-BE49-F238E27FC236}">
                <a16:creationId xmlns:a16="http://schemas.microsoft.com/office/drawing/2014/main" id="{0E6626C2-27AD-BBB8-FEC5-65B32CB35EC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 bwMode="gray">
          <a:xfrm>
            <a:off x="3358074" y="3817204"/>
            <a:ext cx="2430000" cy="914340"/>
          </a:xfrm>
        </p:spPr>
        <p:txBody>
          <a:bodyPr/>
          <a:lstStyle>
            <a:lvl1pPr>
              <a:defRPr sz="1050"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Bildplatzhalter 3">
            <a:extLst>
              <a:ext uri="{FF2B5EF4-FFF2-40B4-BE49-F238E27FC236}">
                <a16:creationId xmlns:a16="http://schemas.microsoft.com/office/drawing/2014/main" id="{BD63B4B1-8ADE-BCC5-72D9-020ACDA0F4DD}"/>
              </a:ext>
            </a:extLst>
          </p:cNvPr>
          <p:cNvSpPr>
            <a:spLocks noGrp="1" noChangeAspect="1"/>
          </p:cNvSpPr>
          <p:nvPr>
            <p:ph type="pic" sz="quarter" idx="29"/>
          </p:nvPr>
        </p:nvSpPr>
        <p:spPr bwMode="gray">
          <a:xfrm>
            <a:off x="6194657" y="1735457"/>
            <a:ext cx="1809000" cy="1679549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lang="de-DE"/>
            </a:lvl1pPr>
          </a:lstStyle>
          <a:p>
            <a:pPr lvl="0"/>
            <a:r>
              <a:rPr lang="en-GB"/>
              <a:t>Click icon to add picture</a:t>
            </a:r>
            <a:endParaRPr lang="de-DE"/>
          </a:p>
        </p:txBody>
      </p:sp>
      <p:sp>
        <p:nvSpPr>
          <p:cNvPr id="23" name="Textplatzhalter 10">
            <a:extLst>
              <a:ext uri="{FF2B5EF4-FFF2-40B4-BE49-F238E27FC236}">
                <a16:creationId xmlns:a16="http://schemas.microsoft.com/office/drawing/2014/main" id="{E67E846A-325A-72F4-49FD-2949E914D48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 bwMode="gray">
          <a:xfrm>
            <a:off x="6194656" y="3521605"/>
            <a:ext cx="2430000" cy="189000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platzhalter 10">
            <a:extLst>
              <a:ext uri="{FF2B5EF4-FFF2-40B4-BE49-F238E27FC236}">
                <a16:creationId xmlns:a16="http://schemas.microsoft.com/office/drawing/2014/main" id="{0964672C-AA32-0F93-13FC-97EC9EBED7B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 bwMode="gray">
          <a:xfrm>
            <a:off x="6194656" y="3817204"/>
            <a:ext cx="2430000" cy="914340"/>
          </a:xfrm>
        </p:spPr>
        <p:txBody>
          <a:bodyPr/>
          <a:lstStyle>
            <a:lvl1pPr>
              <a:defRPr sz="1050"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Textplatzhalter 25">
            <a:extLst>
              <a:ext uri="{FF2B5EF4-FFF2-40B4-BE49-F238E27FC236}">
                <a16:creationId xmlns:a16="http://schemas.microsoft.com/office/drawing/2014/main" id="{5170B31F-3834-99D9-AFD4-A861DF1C8AE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gray">
          <a:xfrm>
            <a:off x="521494" y="1350000"/>
            <a:ext cx="8101013" cy="189001"/>
          </a:xfrm>
        </p:spPr>
        <p:txBody>
          <a:bodyPr/>
          <a:lstStyle>
            <a:lvl1pPr>
              <a:defRPr cap="all" baseline="0">
                <a:solidFill>
                  <a:schemeClr val="accent1"/>
                </a:solidFill>
                <a:latin typeface="+mj-lt"/>
              </a:defRPr>
            </a:lvl1pPr>
            <a:lvl2pPr>
              <a:defRPr cap="all" baseline="0">
                <a:solidFill>
                  <a:schemeClr val="accent1"/>
                </a:solidFill>
                <a:latin typeface="+mj-lt"/>
              </a:defRPr>
            </a:lvl2pPr>
            <a:lvl3pPr>
              <a:defRPr cap="all" baseline="0">
                <a:solidFill>
                  <a:schemeClr val="accent1"/>
                </a:solidFill>
                <a:latin typeface="+mj-lt"/>
              </a:defRPr>
            </a:lvl3pPr>
            <a:lvl4pPr>
              <a:defRPr cap="all" baseline="0">
                <a:solidFill>
                  <a:schemeClr val="accent1"/>
                </a:solidFill>
                <a:latin typeface="+mj-lt"/>
              </a:defRPr>
            </a:lvl4pPr>
            <a:lvl5pPr>
              <a:defRPr cap="all" baseline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946317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62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Kontak-/Abschlussfolie">
    <p:bg>
      <p:bgPr>
        <a:solidFill>
          <a:srgbClr val="00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D73C8DB6-6CFD-0DFB-126B-8CD639EB6525}"/>
              </a:ext>
            </a:extLst>
          </p:cNvPr>
          <p:cNvSpPr/>
          <p:nvPr userDrawn="1"/>
        </p:nvSpPr>
        <p:spPr bwMode="gray">
          <a:xfrm>
            <a:off x="0" y="4312487"/>
            <a:ext cx="9144000" cy="1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2485120A-6607-C666-7494-0AD2AB938C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60201" y="411511"/>
            <a:ext cx="684692" cy="158006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FC68CA13-9A37-DDBE-857F-56533BE1EE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91919" y="1681163"/>
            <a:ext cx="2676525" cy="1781175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59076396-E385-083F-6CB5-3CC7EBA691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97853" y="1101650"/>
            <a:ext cx="2676525" cy="1781175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5C1F292-1363-06FA-DE56-64E08701948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829944" y="4663905"/>
            <a:ext cx="2848575" cy="290180"/>
            <a:chOff x="695325" y="5303713"/>
            <a:chExt cx="3798100" cy="386907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ED08D902-3A35-C409-EE56-75751A7FC69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5325" y="5303713"/>
              <a:ext cx="386907" cy="386907"/>
              <a:chOff x="7920000" y="6228000"/>
              <a:chExt cx="386907" cy="386907"/>
            </a:xfrm>
          </p:grpSpPr>
          <p:sp>
            <p:nvSpPr>
              <p:cNvPr id="35" name="Freihandform: Form 12">
                <a:extLst>
                  <a:ext uri="{FF2B5EF4-FFF2-40B4-BE49-F238E27FC236}">
                    <a16:creationId xmlns:a16="http://schemas.microsoft.com/office/drawing/2014/main" id="{788380E9-E2EE-778E-AECE-7E1635EA5846}"/>
                  </a:ext>
                </a:extLst>
              </p:cNvPr>
              <p:cNvSpPr/>
              <p:nvPr userDrawn="1"/>
            </p:nvSpPr>
            <p:spPr>
              <a:xfrm>
                <a:off x="7920000" y="6228000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6" name="Grafik 35">
                <a:extLst>
                  <a:ext uri="{FF2B5EF4-FFF2-40B4-BE49-F238E27FC236}">
                    <a16:creationId xmlns:a16="http://schemas.microsoft.com/office/drawing/2014/main" id="{388E1975-9CDC-0195-4863-097679D06000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24565" t="6043" r="23344" b="6314"/>
              <a:stretch/>
            </p:blipFill>
            <p:spPr>
              <a:xfrm>
                <a:off x="8038443" y="6295247"/>
                <a:ext cx="150020" cy="252412"/>
              </a:xfrm>
              <a:prstGeom prst="rect">
                <a:avLst/>
              </a:prstGeom>
            </p:spPr>
          </p:pic>
        </p:grpSp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11C8DA7F-F8A5-7896-9FFE-6B4424A550F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157264" y="5303713"/>
              <a:ext cx="386907" cy="386907"/>
              <a:chOff x="9381939" y="6228000"/>
              <a:chExt cx="386907" cy="386907"/>
            </a:xfrm>
          </p:grpSpPr>
          <p:sp>
            <p:nvSpPr>
              <p:cNvPr id="33" name="Freihandform: Form 15">
                <a:extLst>
                  <a:ext uri="{FF2B5EF4-FFF2-40B4-BE49-F238E27FC236}">
                    <a16:creationId xmlns:a16="http://schemas.microsoft.com/office/drawing/2014/main" id="{488301C1-3A99-E8FB-6859-C23CB495C688}"/>
                  </a:ext>
                </a:extLst>
              </p:cNvPr>
              <p:cNvSpPr/>
              <p:nvPr userDrawn="1"/>
            </p:nvSpPr>
            <p:spPr>
              <a:xfrm>
                <a:off x="9381939" y="6228000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4" name="Grafik 33">
                <a:extLst>
                  <a:ext uri="{FF2B5EF4-FFF2-40B4-BE49-F238E27FC236}">
                    <a16:creationId xmlns:a16="http://schemas.microsoft.com/office/drawing/2014/main" id="{E8BBA339-A96B-E4D7-C71F-3214F34F8D5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470209" y="6304363"/>
                <a:ext cx="210366" cy="210366"/>
              </a:xfrm>
              <a:prstGeom prst="rect">
                <a:avLst/>
              </a:prstGeom>
            </p:spPr>
          </p:pic>
        </p:grp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9882486D-7E61-F4DE-FEDC-98B2BC0E2BB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82638" y="5303713"/>
              <a:ext cx="386907" cy="386907"/>
              <a:chOff x="8407313" y="6228000"/>
              <a:chExt cx="386907" cy="386907"/>
            </a:xfrm>
          </p:grpSpPr>
          <p:sp>
            <p:nvSpPr>
              <p:cNvPr id="31" name="Freihandform: Form 13">
                <a:extLst>
                  <a:ext uri="{FF2B5EF4-FFF2-40B4-BE49-F238E27FC236}">
                    <a16:creationId xmlns:a16="http://schemas.microsoft.com/office/drawing/2014/main" id="{7898B09A-4EA2-134A-229F-A5AC2299E328}"/>
                  </a:ext>
                </a:extLst>
              </p:cNvPr>
              <p:cNvSpPr/>
              <p:nvPr userDrawn="1"/>
            </p:nvSpPr>
            <p:spPr>
              <a:xfrm>
                <a:off x="8407313" y="6228000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2" name="Grafik 31">
                <a:extLst>
                  <a:ext uri="{FF2B5EF4-FFF2-40B4-BE49-F238E27FC236}">
                    <a16:creationId xmlns:a16="http://schemas.microsoft.com/office/drawing/2014/main" id="{60286A19-2507-B565-BA65-7B133C47EE4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93072" y="6305793"/>
                <a:ext cx="231321" cy="231321"/>
              </a:xfrm>
              <a:prstGeom prst="rect">
                <a:avLst/>
              </a:prstGeom>
            </p:spPr>
          </p:pic>
        </p:grp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FE0B4B51-AE48-57E1-1EC3-93D23FC484F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619203" y="5303713"/>
              <a:ext cx="386907" cy="386907"/>
              <a:chOff x="10843878" y="6228000"/>
              <a:chExt cx="386907" cy="386907"/>
            </a:xfrm>
          </p:grpSpPr>
          <p:sp>
            <p:nvSpPr>
              <p:cNvPr id="29" name="Freihandform: Form 91">
                <a:extLst>
                  <a:ext uri="{FF2B5EF4-FFF2-40B4-BE49-F238E27FC236}">
                    <a16:creationId xmlns:a16="http://schemas.microsoft.com/office/drawing/2014/main" id="{8C465756-FC23-3738-40BA-59432FE4E2B6}"/>
                  </a:ext>
                </a:extLst>
              </p:cNvPr>
              <p:cNvSpPr/>
              <p:nvPr userDrawn="1"/>
            </p:nvSpPr>
            <p:spPr>
              <a:xfrm>
                <a:off x="10843878" y="6228000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0" name="Grafik 29">
                <a:extLst>
                  <a:ext uri="{FF2B5EF4-FFF2-40B4-BE49-F238E27FC236}">
                    <a16:creationId xmlns:a16="http://schemas.microsoft.com/office/drawing/2014/main" id="{091AD755-C902-E08F-D510-E8F7AD70BB6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929331" y="6320523"/>
                <a:ext cx="216000" cy="216000"/>
              </a:xfrm>
              <a:prstGeom prst="rect">
                <a:avLst/>
              </a:prstGeom>
            </p:spPr>
          </p:pic>
        </p:grp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2FF5C5B5-C84D-C687-62D7-695D8444948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44577" y="5303713"/>
              <a:ext cx="386907" cy="386907"/>
              <a:chOff x="9869252" y="6228000"/>
              <a:chExt cx="386907" cy="386907"/>
            </a:xfrm>
          </p:grpSpPr>
          <p:sp>
            <p:nvSpPr>
              <p:cNvPr id="27" name="Freihandform: Form 16">
                <a:extLst>
                  <a:ext uri="{FF2B5EF4-FFF2-40B4-BE49-F238E27FC236}">
                    <a16:creationId xmlns:a16="http://schemas.microsoft.com/office/drawing/2014/main" id="{275013E3-85C4-A2A6-D4E6-EBD92D31D068}"/>
                  </a:ext>
                </a:extLst>
              </p:cNvPr>
              <p:cNvSpPr/>
              <p:nvPr userDrawn="1"/>
            </p:nvSpPr>
            <p:spPr>
              <a:xfrm>
                <a:off x="9869252" y="6228000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28" name="Grafik 27">
                <a:extLst>
                  <a:ext uri="{FF2B5EF4-FFF2-40B4-BE49-F238E27FC236}">
                    <a16:creationId xmlns:a16="http://schemas.microsoft.com/office/drawing/2014/main" id="{370B2606-4CE7-45B4-9C04-7832232CEFD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938347" y="6297095"/>
                <a:ext cx="248716" cy="248716"/>
              </a:xfrm>
              <a:prstGeom prst="rect">
                <a:avLst/>
              </a:prstGeom>
            </p:spPr>
          </p:pic>
        </p:grp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FE070BC8-8E91-4DAE-F70F-825C745E11E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106518" y="5303713"/>
              <a:ext cx="386907" cy="386907"/>
              <a:chOff x="11331193" y="6228000"/>
              <a:chExt cx="386907" cy="386907"/>
            </a:xfrm>
          </p:grpSpPr>
          <p:sp>
            <p:nvSpPr>
              <p:cNvPr id="25" name="Freihandform: Form 92">
                <a:extLst>
                  <a:ext uri="{FF2B5EF4-FFF2-40B4-BE49-F238E27FC236}">
                    <a16:creationId xmlns:a16="http://schemas.microsoft.com/office/drawing/2014/main" id="{A757DB1E-9E99-D1EF-2EBF-6F2695B439A2}"/>
                  </a:ext>
                </a:extLst>
              </p:cNvPr>
              <p:cNvSpPr/>
              <p:nvPr userDrawn="1"/>
            </p:nvSpPr>
            <p:spPr>
              <a:xfrm>
                <a:off x="11331193" y="6228000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26" name="Grafik 25">
                <a:extLst>
                  <a:ext uri="{FF2B5EF4-FFF2-40B4-BE49-F238E27FC236}">
                    <a16:creationId xmlns:a16="http://schemas.microsoft.com/office/drawing/2014/main" id="{35B57161-D4AD-0347-0A11-721226B2A48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sharpenSoften amount="50000"/>
                        </a14:imgEffect>
                        <a14:imgEffect>
                          <a14:brightnessContrast bright="-40000" contrast="-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1438013" y="6292452"/>
                <a:ext cx="243039" cy="241392"/>
              </a:xfrm>
              <a:prstGeom prst="rect">
                <a:avLst/>
              </a:prstGeom>
            </p:spPr>
          </p:pic>
        </p:grp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1358B388-AD50-EC15-807E-EBABDF5A068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669951" y="5303713"/>
              <a:ext cx="386907" cy="386907"/>
              <a:chOff x="1669951" y="5303713"/>
              <a:chExt cx="386907" cy="386907"/>
            </a:xfrm>
          </p:grpSpPr>
          <p:sp>
            <p:nvSpPr>
              <p:cNvPr id="21" name="Freihandform: Form 14">
                <a:extLst>
                  <a:ext uri="{FF2B5EF4-FFF2-40B4-BE49-F238E27FC236}">
                    <a16:creationId xmlns:a16="http://schemas.microsoft.com/office/drawing/2014/main" id="{014E5488-2E58-E951-AC2B-1A97831FB7A5}"/>
                  </a:ext>
                </a:extLst>
              </p:cNvPr>
              <p:cNvSpPr/>
              <p:nvPr userDrawn="1"/>
            </p:nvSpPr>
            <p:spPr>
              <a:xfrm>
                <a:off x="1669951" y="5303713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24" name="Grafik 23">
                <a:extLst>
                  <a:ext uri="{FF2B5EF4-FFF2-40B4-BE49-F238E27FC236}">
                    <a16:creationId xmlns:a16="http://schemas.microsoft.com/office/drawing/2014/main" id="{21B91863-BEC8-44C9-4C81-C0C0A44EFC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748204" y="5381966"/>
                <a:ext cx="230400" cy="230400"/>
              </a:xfrm>
              <a:prstGeom prst="rect">
                <a:avLst/>
              </a:prstGeom>
            </p:spPr>
          </p:pic>
        </p:grp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945D0F1C-8997-6F85-D16D-7ED724A2B54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131890" y="5303713"/>
              <a:ext cx="386907" cy="386907"/>
              <a:chOff x="3193916" y="5594898"/>
              <a:chExt cx="386907" cy="386907"/>
            </a:xfrm>
          </p:grpSpPr>
          <p:sp>
            <p:nvSpPr>
              <p:cNvPr id="15" name="Freihandform: Form 12">
                <a:extLst>
                  <a:ext uri="{FF2B5EF4-FFF2-40B4-BE49-F238E27FC236}">
                    <a16:creationId xmlns:a16="http://schemas.microsoft.com/office/drawing/2014/main" id="{06CD3154-1FFC-C093-DC5F-9C4F9D1B2218}"/>
                  </a:ext>
                </a:extLst>
              </p:cNvPr>
              <p:cNvSpPr/>
              <p:nvPr/>
            </p:nvSpPr>
            <p:spPr>
              <a:xfrm>
                <a:off x="3193916" y="5594898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grpSp>
            <p:nvGrpSpPr>
              <p:cNvPr id="16" name="Gruppieren 15">
                <a:extLst>
                  <a:ext uri="{FF2B5EF4-FFF2-40B4-BE49-F238E27FC236}">
                    <a16:creationId xmlns:a16="http://schemas.microsoft.com/office/drawing/2014/main" id="{CEAC227D-CA30-01BF-48EC-21CF8B1C9EB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247714" y="5626351"/>
                <a:ext cx="279310" cy="324000"/>
                <a:chOff x="7212974" y="4586237"/>
                <a:chExt cx="1396551" cy="1620000"/>
              </a:xfrm>
            </p:grpSpPr>
            <p:sp>
              <p:nvSpPr>
                <p:cNvPr id="17" name="Freihandform: Form 16">
                  <a:extLst>
                    <a:ext uri="{FF2B5EF4-FFF2-40B4-BE49-F238E27FC236}">
                      <a16:creationId xmlns:a16="http://schemas.microsoft.com/office/drawing/2014/main" id="{D8158F5B-9FDB-93D8-2186-C8841DFC7B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>
                  <a:off x="7101250" y="4697961"/>
                  <a:ext cx="1620000" cy="1396551"/>
                </a:xfrm>
                <a:custGeom>
                  <a:avLst/>
                  <a:gdLst>
                    <a:gd name="connsiteX0" fmla="*/ 202021 w 1574043"/>
                    <a:gd name="connsiteY0" fmla="*/ 678467 h 1356933"/>
                    <a:gd name="connsiteX1" fmla="*/ 491949 w 1574043"/>
                    <a:gd name="connsiteY1" fmla="*/ 1182777 h 1356933"/>
                    <a:gd name="connsiteX2" fmla="*/ 1082093 w 1574043"/>
                    <a:gd name="connsiteY2" fmla="*/ 1182777 h 1356933"/>
                    <a:gd name="connsiteX3" fmla="*/ 1372021 w 1574043"/>
                    <a:gd name="connsiteY3" fmla="*/ 678467 h 1356933"/>
                    <a:gd name="connsiteX4" fmla="*/ 1082093 w 1574043"/>
                    <a:gd name="connsiteY4" fmla="*/ 174157 h 1356933"/>
                    <a:gd name="connsiteX5" fmla="*/ 491949 w 1574043"/>
                    <a:gd name="connsiteY5" fmla="*/ 174157 h 1356933"/>
                    <a:gd name="connsiteX6" fmla="*/ 0 w 1574043"/>
                    <a:gd name="connsiteY6" fmla="*/ 678467 h 1356933"/>
                    <a:gd name="connsiteX7" fmla="*/ 390050 w 1574043"/>
                    <a:gd name="connsiteY7" fmla="*/ 0 h 1356933"/>
                    <a:gd name="connsiteX8" fmla="*/ 1183993 w 1574043"/>
                    <a:gd name="connsiteY8" fmla="*/ 0 h 1356933"/>
                    <a:gd name="connsiteX9" fmla="*/ 1574043 w 1574043"/>
                    <a:gd name="connsiteY9" fmla="*/ 678467 h 1356933"/>
                    <a:gd name="connsiteX10" fmla="*/ 1183993 w 1574043"/>
                    <a:gd name="connsiteY10" fmla="*/ 1356933 h 1356933"/>
                    <a:gd name="connsiteX11" fmla="*/ 390050 w 1574043"/>
                    <a:gd name="connsiteY11" fmla="*/ 1356933 h 1356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574043" h="1356933">
                      <a:moveTo>
                        <a:pt x="202021" y="678467"/>
                      </a:moveTo>
                      <a:lnTo>
                        <a:pt x="491949" y="1182777"/>
                      </a:lnTo>
                      <a:lnTo>
                        <a:pt x="1082093" y="1182777"/>
                      </a:lnTo>
                      <a:lnTo>
                        <a:pt x="1372021" y="678467"/>
                      </a:lnTo>
                      <a:lnTo>
                        <a:pt x="1082093" y="174157"/>
                      </a:lnTo>
                      <a:lnTo>
                        <a:pt x="491949" y="174157"/>
                      </a:lnTo>
                      <a:close/>
                      <a:moveTo>
                        <a:pt x="0" y="678467"/>
                      </a:moveTo>
                      <a:lnTo>
                        <a:pt x="390050" y="0"/>
                      </a:lnTo>
                      <a:lnTo>
                        <a:pt x="1183993" y="0"/>
                      </a:lnTo>
                      <a:lnTo>
                        <a:pt x="1574043" y="678467"/>
                      </a:lnTo>
                      <a:lnTo>
                        <a:pt x="1183993" y="1356933"/>
                      </a:lnTo>
                      <a:lnTo>
                        <a:pt x="390050" y="1356933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t" anchorCtr="0">
                  <a:noAutofit/>
                </a:bodyPr>
                <a:lstStyle/>
                <a:p>
                  <a:pPr algn="l"/>
                  <a:endParaRPr lang="en-US" sz="15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Ellipse 17">
                  <a:extLst>
                    <a:ext uri="{FF2B5EF4-FFF2-40B4-BE49-F238E27FC236}">
                      <a16:creationId xmlns:a16="http://schemas.microsoft.com/office/drawing/2014/main" id="{46B48C89-238C-6AD0-7382-E864715A2B7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455156" y="5436313"/>
                  <a:ext cx="198000" cy="198000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l"/>
                  <a:endParaRPr lang="en-US" sz="15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Freihandform: Form 18">
                  <a:extLst>
                    <a:ext uri="{FF2B5EF4-FFF2-40B4-BE49-F238E27FC236}">
                      <a16:creationId xmlns:a16="http://schemas.microsoft.com/office/drawing/2014/main" id="{9CEDF6F0-1DE0-16F6-4295-67E7E5B40D5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32878" y="5066406"/>
                  <a:ext cx="586666" cy="590876"/>
                </a:xfrm>
                <a:custGeom>
                  <a:avLst/>
                  <a:gdLst>
                    <a:gd name="connsiteX0" fmla="*/ 293333 w 586666"/>
                    <a:gd name="connsiteY0" fmla="*/ 293499 h 590876"/>
                    <a:gd name="connsiteX1" fmla="*/ 225354 w 586666"/>
                    <a:gd name="connsiteY1" fmla="*/ 430433 h 590876"/>
                    <a:gd name="connsiteX2" fmla="*/ 361312 w 586666"/>
                    <a:gd name="connsiteY2" fmla="*/ 430433 h 590876"/>
                    <a:gd name="connsiteX3" fmla="*/ 293333 w 586666"/>
                    <a:gd name="connsiteY3" fmla="*/ 0 h 590876"/>
                    <a:gd name="connsiteX4" fmla="*/ 586666 w 586666"/>
                    <a:gd name="connsiteY4" fmla="*/ 590876 h 590876"/>
                    <a:gd name="connsiteX5" fmla="*/ 0 w 586666"/>
                    <a:gd name="connsiteY5" fmla="*/ 590876 h 590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86666" h="590876">
                      <a:moveTo>
                        <a:pt x="293333" y="293499"/>
                      </a:moveTo>
                      <a:lnTo>
                        <a:pt x="225354" y="430433"/>
                      </a:lnTo>
                      <a:lnTo>
                        <a:pt x="361312" y="430433"/>
                      </a:lnTo>
                      <a:close/>
                      <a:moveTo>
                        <a:pt x="293333" y="0"/>
                      </a:moveTo>
                      <a:lnTo>
                        <a:pt x="586666" y="590876"/>
                      </a:lnTo>
                      <a:lnTo>
                        <a:pt x="0" y="590876"/>
                      </a:lnTo>
                      <a:close/>
                    </a:path>
                  </a:pathLst>
                </a:custGeom>
                <a:solidFill>
                  <a:schemeClr val="tx2">
                    <a:alpha val="99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t" anchorCtr="0">
                  <a:noAutofit/>
                </a:bodyPr>
                <a:lstStyle/>
                <a:p>
                  <a:pPr algn="l"/>
                  <a:endParaRPr lang="en-US" sz="150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37" name="Textfeld 36">
            <a:extLst>
              <a:ext uri="{FF2B5EF4-FFF2-40B4-BE49-F238E27FC236}">
                <a16:creationId xmlns:a16="http://schemas.microsoft.com/office/drawing/2014/main" id="{D63C4044-DC9E-5EA7-0AC5-4F1FDF42DD88}"/>
              </a:ext>
            </a:extLst>
          </p:cNvPr>
          <p:cNvSpPr txBox="1"/>
          <p:nvPr userDrawn="1"/>
        </p:nvSpPr>
        <p:spPr>
          <a:xfrm>
            <a:off x="521493" y="4563144"/>
            <a:ext cx="1890000" cy="51398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>
              <a:lnSpc>
                <a:spcPts val="825"/>
              </a:lnSpc>
              <a:spcAft>
                <a:spcPts val="825"/>
              </a:spcAft>
            </a:pPr>
            <a:r>
              <a:rPr lang="de-DE" sz="938" b="0" i="0">
                <a:solidFill>
                  <a:srgbClr val="2DFA87"/>
                </a:solidFill>
                <a:latin typeface="+mn-lt"/>
                <a:ea typeface="ClanPro-MediumItalic" charset="0"/>
                <a:cs typeface="ClanPro-MediumItalic" charset="0"/>
              </a:rPr>
              <a:t>Accso – Accelerated Solutions GmbH</a:t>
            </a:r>
          </a:p>
          <a:p>
            <a:pPr marL="0" marR="0" indent="0" algn="l" defTabSz="914378" rtl="0" eaLnBrk="1" fontAlgn="base" latinLnBrk="0" hangingPunct="1">
              <a:lnSpc>
                <a:spcPts val="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1216" algn="r"/>
                <a:tab pos="270272" algn="l"/>
              </a:tabLst>
              <a:defRPr/>
            </a:pP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T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+49 6151 13029-0</a:t>
            </a:r>
          </a:p>
          <a:p>
            <a:pPr marL="0" marR="0" indent="0" algn="l" defTabSz="914378" rtl="0" eaLnBrk="1" fontAlgn="base" latinLnBrk="0" hangingPunct="1">
              <a:lnSpc>
                <a:spcPts val="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1216" algn="r"/>
                <a:tab pos="270272" algn="l"/>
              </a:tabLst>
              <a:defRPr/>
            </a:pP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E</a:t>
            </a:r>
            <a:r>
              <a:rPr lang="de-DE" sz="788" b="0" i="0" spc="-7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 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info@accso.de</a:t>
            </a:r>
          </a:p>
          <a:p>
            <a:pPr>
              <a:lnSpc>
                <a:spcPts val="825"/>
              </a:lnSpc>
              <a:tabLst>
                <a:tab pos="201216" algn="r"/>
                <a:tab pos="270272" algn="l"/>
              </a:tabLst>
            </a:pP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@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www.accso.de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1A26F0C9-DCEB-F6EA-F48A-2D339040F363}"/>
              </a:ext>
            </a:extLst>
          </p:cNvPr>
          <p:cNvSpPr txBox="1"/>
          <p:nvPr userDrawn="1"/>
        </p:nvSpPr>
        <p:spPr>
          <a:xfrm>
            <a:off x="2602027" y="4563144"/>
            <a:ext cx="2565000" cy="51398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>
              <a:lnSpc>
                <a:spcPts val="825"/>
              </a:lnSpc>
              <a:tabLst>
                <a:tab pos="807244" algn="r"/>
                <a:tab pos="871538" algn="l"/>
              </a:tabLst>
            </a:pP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Hilpertstraße 12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64295 Darmstadt</a:t>
            </a:r>
          </a:p>
          <a:p>
            <a:pPr marL="0" marR="0" indent="0" algn="l" defTabSz="914378" rtl="0" eaLnBrk="1" fontAlgn="base" latinLnBrk="0" hangingPunct="1">
              <a:lnSpc>
                <a:spcPts val="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07244" algn="r"/>
                <a:tab pos="871538" algn="l"/>
              </a:tabLst>
              <a:defRPr/>
            </a:pPr>
            <a:r>
              <a:rPr lang="it-IT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Rahmhofstraße 2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60313 Frankfurt a. M.</a:t>
            </a:r>
            <a:endParaRPr lang="it-IT" sz="788" b="0" i="0">
              <a:solidFill>
                <a:schemeClr val="bg1"/>
              </a:solidFill>
              <a:latin typeface="+mn-lt"/>
              <a:ea typeface="Clan Pro Buch" charset="0"/>
              <a:cs typeface="Clan Pro Buch" charset="0"/>
            </a:endParaRPr>
          </a:p>
          <a:p>
            <a:pPr marL="0" marR="0" indent="0" algn="l" defTabSz="914378" rtl="0" eaLnBrk="1" fontAlgn="base" latinLnBrk="0" hangingPunct="1">
              <a:lnSpc>
                <a:spcPts val="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07244" algn="r"/>
                <a:tab pos="871538" algn="l"/>
              </a:tabLst>
              <a:defRPr/>
            </a:pPr>
            <a:r>
              <a:rPr lang="it-IT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Im Mediapark 6°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it-IT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50670 Köln</a:t>
            </a:r>
          </a:p>
          <a:p>
            <a:pPr marL="0" marR="0" indent="0" algn="l" defTabSz="914378" rtl="0" eaLnBrk="1" fontAlgn="base" latinLnBrk="0" hangingPunct="1">
              <a:lnSpc>
                <a:spcPts val="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07244" algn="r"/>
                <a:tab pos="871538" algn="l"/>
              </a:tabLst>
              <a:defRPr/>
            </a:pPr>
            <a:r>
              <a:rPr lang="it-IT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Balanstraße</a:t>
            </a:r>
            <a:r>
              <a:rPr lang="it-IT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 55 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it-IT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81541 München</a:t>
            </a:r>
          </a:p>
          <a:p>
            <a:pPr marL="0" marR="0" lvl="0" indent="0" algn="l" defTabSz="914378" rtl="0" eaLnBrk="1" fontAlgn="base" latinLnBrk="0" hangingPunct="1">
              <a:lnSpc>
                <a:spcPts val="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07244" algn="r"/>
                <a:tab pos="871538" algn="l"/>
              </a:tabLst>
              <a:defRPr/>
            </a:pPr>
            <a:r>
              <a:rPr lang="it-IT" sz="788" b="0" i="0" spc="3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Clocktower, 302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it-IT" sz="788" b="0" i="0" spc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CV&amp;A Waterfront, Cape Town 8002, ZA</a:t>
            </a:r>
            <a:endParaRPr lang="it-IT" sz="788" b="0" i="0" spc="0">
              <a:solidFill>
                <a:schemeClr val="bg1"/>
              </a:solidFill>
              <a:latin typeface="+mn-lt"/>
              <a:ea typeface="Clan Pro Buch" charset="0"/>
              <a:cs typeface="Clan Pro Buch" charset="0"/>
            </a:endParaRPr>
          </a:p>
        </p:txBody>
      </p:sp>
      <p:sp>
        <p:nvSpPr>
          <p:cNvPr id="4" name="Textplatzhalter 45">
            <a:extLst>
              <a:ext uri="{FF2B5EF4-FFF2-40B4-BE49-F238E27FC236}">
                <a16:creationId xmlns:a16="http://schemas.microsoft.com/office/drawing/2014/main" id="{ADFD5844-423B-7818-6342-E72BC3671C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invGray">
          <a:xfrm>
            <a:off x="521494" y="373151"/>
            <a:ext cx="4725000" cy="1246196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3600" cap="none" baseline="0">
                <a:solidFill>
                  <a:srgbClr val="2DFA87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915CEA62-81EB-396D-234A-FCC2CA45AE41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521494" y="2125489"/>
            <a:ext cx="1350206" cy="1253586"/>
          </a:xfrm>
          <a:solidFill>
            <a:schemeClr val="bg1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lang="de-DE" dirty="0"/>
            </a:lvl1pPr>
          </a:lstStyle>
          <a:p>
            <a:pPr lvl="0"/>
            <a:r>
              <a:rPr lang="en-GB"/>
              <a:t>Click icon to add picture</a:t>
            </a:r>
            <a:endParaRPr lang="de-DE"/>
          </a:p>
        </p:txBody>
      </p:sp>
      <p:sp>
        <p:nvSpPr>
          <p:cNvPr id="39" name="Textplatzhalter 10">
            <a:extLst>
              <a:ext uri="{FF2B5EF4-FFF2-40B4-BE49-F238E27FC236}">
                <a16:creationId xmlns:a16="http://schemas.microsoft.com/office/drawing/2014/main" id="{6E307D92-13BC-11F4-82EB-6CD1BA4F154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 bwMode="invGray">
          <a:xfrm>
            <a:off x="521493" y="3437924"/>
            <a:ext cx="2430000" cy="189000"/>
          </a:xfrm>
        </p:spPr>
        <p:txBody>
          <a:bodyPr/>
          <a:lstStyle>
            <a:lvl1pPr>
              <a:defRPr sz="938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0" name="Textplatzhalter 10">
            <a:extLst>
              <a:ext uri="{FF2B5EF4-FFF2-40B4-BE49-F238E27FC236}">
                <a16:creationId xmlns:a16="http://schemas.microsoft.com/office/drawing/2014/main" id="{C3CFC4D7-247E-5C5B-8FCC-BF1EF4B97DE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 bwMode="invGray">
          <a:xfrm>
            <a:off x="521493" y="3669945"/>
            <a:ext cx="2430000" cy="542768"/>
          </a:xfrm>
        </p:spPr>
        <p:txBody>
          <a:bodyPr/>
          <a:lstStyle>
            <a:lvl1pPr>
              <a:defRPr sz="788">
                <a:solidFill>
                  <a:schemeClr val="bg1"/>
                </a:solidFill>
                <a:latin typeface="+mn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1" name="Textplatzhalter 25">
            <a:extLst>
              <a:ext uri="{FF2B5EF4-FFF2-40B4-BE49-F238E27FC236}">
                <a16:creationId xmlns:a16="http://schemas.microsoft.com/office/drawing/2014/main" id="{C64BC948-A361-0753-E488-184772131E6B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 bwMode="invGray">
          <a:xfrm>
            <a:off x="521492" y="1895115"/>
            <a:ext cx="4725000" cy="189001"/>
          </a:xfrm>
        </p:spPr>
        <p:txBody>
          <a:bodyPr/>
          <a:lstStyle>
            <a:lvl1pPr>
              <a:defRPr sz="938" cap="none" baseline="0">
                <a:solidFill>
                  <a:schemeClr val="tx2"/>
                </a:solidFill>
                <a:latin typeface="+mj-lt"/>
              </a:defRPr>
            </a:lvl1pPr>
            <a:lvl2pPr>
              <a:defRPr cap="all" baseline="0">
                <a:solidFill>
                  <a:schemeClr val="accent1"/>
                </a:solidFill>
                <a:latin typeface="+mj-lt"/>
              </a:defRPr>
            </a:lvl2pPr>
            <a:lvl3pPr>
              <a:defRPr cap="all" baseline="0">
                <a:solidFill>
                  <a:schemeClr val="accent1"/>
                </a:solidFill>
                <a:latin typeface="+mj-lt"/>
              </a:defRPr>
            </a:lvl3pPr>
            <a:lvl4pPr>
              <a:defRPr cap="all" baseline="0">
                <a:solidFill>
                  <a:schemeClr val="accent1"/>
                </a:solidFill>
                <a:latin typeface="+mj-lt"/>
              </a:defRPr>
            </a:lvl4pPr>
            <a:lvl5pPr>
              <a:defRPr cap="all" baseline="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1033985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 1">
    <p:bg>
      <p:bgPr>
        <a:solidFill>
          <a:srgbClr val="00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D73C8DB6-6CFD-0DFB-126B-8CD639EB6525}"/>
              </a:ext>
            </a:extLst>
          </p:cNvPr>
          <p:cNvSpPr/>
          <p:nvPr userDrawn="1"/>
        </p:nvSpPr>
        <p:spPr bwMode="gray">
          <a:xfrm>
            <a:off x="0" y="4312487"/>
            <a:ext cx="9144000" cy="1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sp>
        <p:nvSpPr>
          <p:cNvPr id="6" name="Textplatzhalter 45">
            <a:extLst>
              <a:ext uri="{FF2B5EF4-FFF2-40B4-BE49-F238E27FC236}">
                <a16:creationId xmlns:a16="http://schemas.microsoft.com/office/drawing/2014/main" id="{EDEAF2E1-C47E-A8A0-6A3C-C8C15E9084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invGray">
          <a:xfrm>
            <a:off x="521494" y="843724"/>
            <a:ext cx="4725000" cy="2645999"/>
          </a:xfrm>
        </p:spPr>
        <p:txBody>
          <a:bodyPr anchor="ctr" anchorCtr="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500" cap="none" baseline="0">
                <a:solidFill>
                  <a:srgbClr val="2DFA87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2485120A-6607-C666-7494-0AD2AB938C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60201" y="411511"/>
            <a:ext cx="684692" cy="158006"/>
          </a:xfrm>
          <a:prstGeom prst="rect">
            <a:avLst/>
          </a:prstGeom>
        </p:spPr>
      </p:pic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268EAD2E-0BCD-A435-DCD0-DABD178074C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829944" y="4663905"/>
            <a:ext cx="2848575" cy="290180"/>
            <a:chOff x="695325" y="5303713"/>
            <a:chExt cx="3798100" cy="386907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32FA6960-F2B3-992F-9B1F-04D8F5683E9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5325" y="5303713"/>
              <a:ext cx="386907" cy="386907"/>
              <a:chOff x="7920000" y="6228000"/>
              <a:chExt cx="386907" cy="386907"/>
            </a:xfrm>
          </p:grpSpPr>
          <p:sp>
            <p:nvSpPr>
              <p:cNvPr id="35" name="Freihandform: Form 12">
                <a:extLst>
                  <a:ext uri="{FF2B5EF4-FFF2-40B4-BE49-F238E27FC236}">
                    <a16:creationId xmlns:a16="http://schemas.microsoft.com/office/drawing/2014/main" id="{5F1BFCEE-96DD-E932-A884-23A29CEF6BAA}"/>
                  </a:ext>
                </a:extLst>
              </p:cNvPr>
              <p:cNvSpPr/>
              <p:nvPr userDrawn="1"/>
            </p:nvSpPr>
            <p:spPr>
              <a:xfrm>
                <a:off x="7920000" y="6228000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6" name="Grafik 35">
                <a:extLst>
                  <a:ext uri="{FF2B5EF4-FFF2-40B4-BE49-F238E27FC236}">
                    <a16:creationId xmlns:a16="http://schemas.microsoft.com/office/drawing/2014/main" id="{3392DBA3-B019-5FDD-756D-539B4E4877BA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 l="24565" t="6043" r="23344" b="6314"/>
              <a:stretch/>
            </p:blipFill>
            <p:spPr>
              <a:xfrm>
                <a:off x="8038443" y="6295247"/>
                <a:ext cx="150020" cy="252412"/>
              </a:xfrm>
              <a:prstGeom prst="rect">
                <a:avLst/>
              </a:prstGeom>
            </p:spPr>
          </p:pic>
        </p:grp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D13C7824-1EEC-2E25-9C88-BE315B3EEFF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157264" y="5303713"/>
              <a:ext cx="386907" cy="386907"/>
              <a:chOff x="9381939" y="6228000"/>
              <a:chExt cx="386907" cy="386907"/>
            </a:xfrm>
          </p:grpSpPr>
          <p:sp>
            <p:nvSpPr>
              <p:cNvPr id="33" name="Freihandform: Form 15">
                <a:extLst>
                  <a:ext uri="{FF2B5EF4-FFF2-40B4-BE49-F238E27FC236}">
                    <a16:creationId xmlns:a16="http://schemas.microsoft.com/office/drawing/2014/main" id="{DFD6DA13-11C6-ACA1-490E-6408678F952C}"/>
                  </a:ext>
                </a:extLst>
              </p:cNvPr>
              <p:cNvSpPr/>
              <p:nvPr userDrawn="1"/>
            </p:nvSpPr>
            <p:spPr>
              <a:xfrm>
                <a:off x="9381939" y="6228000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4" name="Grafik 33">
                <a:extLst>
                  <a:ext uri="{FF2B5EF4-FFF2-40B4-BE49-F238E27FC236}">
                    <a16:creationId xmlns:a16="http://schemas.microsoft.com/office/drawing/2014/main" id="{431384A7-597D-7DDE-9CA8-8ED81AA5BA37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470209" y="6304363"/>
                <a:ext cx="210366" cy="210366"/>
              </a:xfrm>
              <a:prstGeom prst="rect">
                <a:avLst/>
              </a:prstGeom>
            </p:spPr>
          </p:pic>
        </p:grp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40F56171-A9BE-CF19-97EE-02437A020BE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82638" y="5303713"/>
              <a:ext cx="386907" cy="386907"/>
              <a:chOff x="8407313" y="6228000"/>
              <a:chExt cx="386907" cy="386907"/>
            </a:xfrm>
          </p:grpSpPr>
          <p:sp>
            <p:nvSpPr>
              <p:cNvPr id="31" name="Freihandform: Form 13">
                <a:extLst>
                  <a:ext uri="{FF2B5EF4-FFF2-40B4-BE49-F238E27FC236}">
                    <a16:creationId xmlns:a16="http://schemas.microsoft.com/office/drawing/2014/main" id="{765EAF00-B9F4-E028-A066-3039F0892912}"/>
                  </a:ext>
                </a:extLst>
              </p:cNvPr>
              <p:cNvSpPr/>
              <p:nvPr userDrawn="1"/>
            </p:nvSpPr>
            <p:spPr>
              <a:xfrm>
                <a:off x="8407313" y="6228000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2" name="Grafik 31">
                <a:extLst>
                  <a:ext uri="{FF2B5EF4-FFF2-40B4-BE49-F238E27FC236}">
                    <a16:creationId xmlns:a16="http://schemas.microsoft.com/office/drawing/2014/main" id="{B349C245-E99F-EEB0-3490-6888BC8033E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8493072" y="6305793"/>
                <a:ext cx="231321" cy="231321"/>
              </a:xfrm>
              <a:prstGeom prst="rect">
                <a:avLst/>
              </a:prstGeom>
            </p:spPr>
          </p:pic>
        </p:grp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B12FBA38-EF2C-A1D9-3509-E639264E7D7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619203" y="5303713"/>
              <a:ext cx="386907" cy="386907"/>
              <a:chOff x="10843878" y="6228000"/>
              <a:chExt cx="386907" cy="386907"/>
            </a:xfrm>
          </p:grpSpPr>
          <p:sp>
            <p:nvSpPr>
              <p:cNvPr id="29" name="Freihandform: Form 91">
                <a:extLst>
                  <a:ext uri="{FF2B5EF4-FFF2-40B4-BE49-F238E27FC236}">
                    <a16:creationId xmlns:a16="http://schemas.microsoft.com/office/drawing/2014/main" id="{D1CC84ED-D0E9-ABCA-983F-C7B360960D60}"/>
                  </a:ext>
                </a:extLst>
              </p:cNvPr>
              <p:cNvSpPr/>
              <p:nvPr userDrawn="1"/>
            </p:nvSpPr>
            <p:spPr>
              <a:xfrm>
                <a:off x="10843878" y="6228000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0" name="Grafik 29">
                <a:extLst>
                  <a:ext uri="{FF2B5EF4-FFF2-40B4-BE49-F238E27FC236}">
                    <a16:creationId xmlns:a16="http://schemas.microsoft.com/office/drawing/2014/main" id="{E646BD40-72E8-1FDF-871B-79C0D4B6F61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0929331" y="6320523"/>
                <a:ext cx="216000" cy="216000"/>
              </a:xfrm>
              <a:prstGeom prst="rect">
                <a:avLst/>
              </a:prstGeom>
            </p:spPr>
          </p:pic>
        </p:grp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1270357A-8200-12DD-0BEC-461E7A5A8DF7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44577" y="5303713"/>
              <a:ext cx="386907" cy="386907"/>
              <a:chOff x="9869252" y="6228000"/>
              <a:chExt cx="386907" cy="386907"/>
            </a:xfrm>
          </p:grpSpPr>
          <p:sp>
            <p:nvSpPr>
              <p:cNvPr id="27" name="Freihandform: Form 16">
                <a:extLst>
                  <a:ext uri="{FF2B5EF4-FFF2-40B4-BE49-F238E27FC236}">
                    <a16:creationId xmlns:a16="http://schemas.microsoft.com/office/drawing/2014/main" id="{4C5F5EBB-DA8A-0346-21C1-25A661C700FE}"/>
                  </a:ext>
                </a:extLst>
              </p:cNvPr>
              <p:cNvSpPr/>
              <p:nvPr userDrawn="1"/>
            </p:nvSpPr>
            <p:spPr>
              <a:xfrm>
                <a:off x="9869252" y="6228000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28" name="Grafik 27">
                <a:extLst>
                  <a:ext uri="{FF2B5EF4-FFF2-40B4-BE49-F238E27FC236}">
                    <a16:creationId xmlns:a16="http://schemas.microsoft.com/office/drawing/2014/main" id="{506245D1-708E-367B-99BC-35E690A8043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9938347" y="6297095"/>
                <a:ext cx="248716" cy="248716"/>
              </a:xfrm>
              <a:prstGeom prst="rect">
                <a:avLst/>
              </a:prstGeom>
            </p:spPr>
          </p:pic>
        </p:grp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1A207C9D-9ED1-AC31-7F9F-C71496EC0A56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106518" y="5303713"/>
              <a:ext cx="386907" cy="386907"/>
              <a:chOff x="11331193" y="6228000"/>
              <a:chExt cx="386907" cy="386907"/>
            </a:xfrm>
          </p:grpSpPr>
          <p:sp>
            <p:nvSpPr>
              <p:cNvPr id="25" name="Freihandform: Form 92">
                <a:extLst>
                  <a:ext uri="{FF2B5EF4-FFF2-40B4-BE49-F238E27FC236}">
                    <a16:creationId xmlns:a16="http://schemas.microsoft.com/office/drawing/2014/main" id="{AB211BCA-6241-C950-BC09-8B489177266A}"/>
                  </a:ext>
                </a:extLst>
              </p:cNvPr>
              <p:cNvSpPr/>
              <p:nvPr userDrawn="1"/>
            </p:nvSpPr>
            <p:spPr>
              <a:xfrm>
                <a:off x="11331193" y="6228000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26" name="Grafik 25">
                <a:extLst>
                  <a:ext uri="{FF2B5EF4-FFF2-40B4-BE49-F238E27FC236}">
                    <a16:creationId xmlns:a16="http://schemas.microsoft.com/office/drawing/2014/main" id="{191A8BDF-05B3-E6CA-24EB-52AD4AC74D3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9">
                        <a14:imgEffect>
                          <a14:sharpenSoften amount="50000"/>
                        </a14:imgEffect>
                        <a14:imgEffect>
                          <a14:brightnessContrast bright="-40000" contrast="-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1438013" y="6292452"/>
                <a:ext cx="243039" cy="241392"/>
              </a:xfrm>
              <a:prstGeom prst="rect">
                <a:avLst/>
              </a:prstGeom>
            </p:spPr>
          </p:pic>
        </p:grp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A4378B72-E457-CC82-DF45-3E415895D5E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669951" y="5303713"/>
              <a:ext cx="386907" cy="386907"/>
              <a:chOff x="1669951" y="5303713"/>
              <a:chExt cx="386907" cy="386907"/>
            </a:xfrm>
          </p:grpSpPr>
          <p:sp>
            <p:nvSpPr>
              <p:cNvPr id="23" name="Freihandform: Form 14">
                <a:extLst>
                  <a:ext uri="{FF2B5EF4-FFF2-40B4-BE49-F238E27FC236}">
                    <a16:creationId xmlns:a16="http://schemas.microsoft.com/office/drawing/2014/main" id="{3D619045-057D-6F5B-D80F-3343FB445095}"/>
                  </a:ext>
                </a:extLst>
              </p:cNvPr>
              <p:cNvSpPr/>
              <p:nvPr userDrawn="1"/>
            </p:nvSpPr>
            <p:spPr>
              <a:xfrm>
                <a:off x="1669951" y="5303713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24" name="Grafik 23">
                <a:extLst>
                  <a:ext uri="{FF2B5EF4-FFF2-40B4-BE49-F238E27FC236}">
                    <a16:creationId xmlns:a16="http://schemas.microsoft.com/office/drawing/2014/main" id="{62437BE5-53C3-DE54-CFE2-B2B542D89F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1748204" y="5381966"/>
                <a:ext cx="230400" cy="230400"/>
              </a:xfrm>
              <a:prstGeom prst="rect">
                <a:avLst/>
              </a:prstGeom>
            </p:spPr>
          </p:pic>
        </p:grpSp>
        <p:grpSp>
          <p:nvGrpSpPr>
            <p:cNvPr id="16" name="Gruppieren 15">
              <a:extLst>
                <a:ext uri="{FF2B5EF4-FFF2-40B4-BE49-F238E27FC236}">
                  <a16:creationId xmlns:a16="http://schemas.microsoft.com/office/drawing/2014/main" id="{5E515260-1F4D-192B-3AA6-E37B0E0685F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131890" y="5303713"/>
              <a:ext cx="386907" cy="386907"/>
              <a:chOff x="3193916" y="5594898"/>
              <a:chExt cx="386907" cy="386907"/>
            </a:xfrm>
          </p:grpSpPr>
          <p:sp>
            <p:nvSpPr>
              <p:cNvPr id="17" name="Freihandform: Form 12">
                <a:extLst>
                  <a:ext uri="{FF2B5EF4-FFF2-40B4-BE49-F238E27FC236}">
                    <a16:creationId xmlns:a16="http://schemas.microsoft.com/office/drawing/2014/main" id="{716DE30A-C1BA-AFDD-6984-50796693AAB2}"/>
                  </a:ext>
                </a:extLst>
              </p:cNvPr>
              <p:cNvSpPr/>
              <p:nvPr/>
            </p:nvSpPr>
            <p:spPr>
              <a:xfrm>
                <a:off x="3193916" y="5594898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grpSp>
            <p:nvGrpSpPr>
              <p:cNvPr id="18" name="Gruppieren 17">
                <a:extLst>
                  <a:ext uri="{FF2B5EF4-FFF2-40B4-BE49-F238E27FC236}">
                    <a16:creationId xmlns:a16="http://schemas.microsoft.com/office/drawing/2014/main" id="{FBDA723E-DF41-BD3A-EE0D-820B29A977A3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247714" y="5626351"/>
                <a:ext cx="279310" cy="324000"/>
                <a:chOff x="7212974" y="4586237"/>
                <a:chExt cx="1396551" cy="1620000"/>
              </a:xfrm>
            </p:grpSpPr>
            <p:sp>
              <p:nvSpPr>
                <p:cNvPr id="19" name="Freihandform: Form 16">
                  <a:extLst>
                    <a:ext uri="{FF2B5EF4-FFF2-40B4-BE49-F238E27FC236}">
                      <a16:creationId xmlns:a16="http://schemas.microsoft.com/office/drawing/2014/main" id="{2E70A874-F305-F5BB-C08C-187FFF5E9253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>
                  <a:off x="7101250" y="4697961"/>
                  <a:ext cx="1620000" cy="1396551"/>
                </a:xfrm>
                <a:custGeom>
                  <a:avLst/>
                  <a:gdLst>
                    <a:gd name="connsiteX0" fmla="*/ 202021 w 1574043"/>
                    <a:gd name="connsiteY0" fmla="*/ 678467 h 1356933"/>
                    <a:gd name="connsiteX1" fmla="*/ 491949 w 1574043"/>
                    <a:gd name="connsiteY1" fmla="*/ 1182777 h 1356933"/>
                    <a:gd name="connsiteX2" fmla="*/ 1082093 w 1574043"/>
                    <a:gd name="connsiteY2" fmla="*/ 1182777 h 1356933"/>
                    <a:gd name="connsiteX3" fmla="*/ 1372021 w 1574043"/>
                    <a:gd name="connsiteY3" fmla="*/ 678467 h 1356933"/>
                    <a:gd name="connsiteX4" fmla="*/ 1082093 w 1574043"/>
                    <a:gd name="connsiteY4" fmla="*/ 174157 h 1356933"/>
                    <a:gd name="connsiteX5" fmla="*/ 491949 w 1574043"/>
                    <a:gd name="connsiteY5" fmla="*/ 174157 h 1356933"/>
                    <a:gd name="connsiteX6" fmla="*/ 0 w 1574043"/>
                    <a:gd name="connsiteY6" fmla="*/ 678467 h 1356933"/>
                    <a:gd name="connsiteX7" fmla="*/ 390050 w 1574043"/>
                    <a:gd name="connsiteY7" fmla="*/ 0 h 1356933"/>
                    <a:gd name="connsiteX8" fmla="*/ 1183993 w 1574043"/>
                    <a:gd name="connsiteY8" fmla="*/ 0 h 1356933"/>
                    <a:gd name="connsiteX9" fmla="*/ 1574043 w 1574043"/>
                    <a:gd name="connsiteY9" fmla="*/ 678467 h 1356933"/>
                    <a:gd name="connsiteX10" fmla="*/ 1183993 w 1574043"/>
                    <a:gd name="connsiteY10" fmla="*/ 1356933 h 1356933"/>
                    <a:gd name="connsiteX11" fmla="*/ 390050 w 1574043"/>
                    <a:gd name="connsiteY11" fmla="*/ 1356933 h 1356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574043" h="1356933">
                      <a:moveTo>
                        <a:pt x="202021" y="678467"/>
                      </a:moveTo>
                      <a:lnTo>
                        <a:pt x="491949" y="1182777"/>
                      </a:lnTo>
                      <a:lnTo>
                        <a:pt x="1082093" y="1182777"/>
                      </a:lnTo>
                      <a:lnTo>
                        <a:pt x="1372021" y="678467"/>
                      </a:lnTo>
                      <a:lnTo>
                        <a:pt x="1082093" y="174157"/>
                      </a:lnTo>
                      <a:lnTo>
                        <a:pt x="491949" y="174157"/>
                      </a:lnTo>
                      <a:close/>
                      <a:moveTo>
                        <a:pt x="0" y="678467"/>
                      </a:moveTo>
                      <a:lnTo>
                        <a:pt x="390050" y="0"/>
                      </a:lnTo>
                      <a:lnTo>
                        <a:pt x="1183993" y="0"/>
                      </a:lnTo>
                      <a:lnTo>
                        <a:pt x="1574043" y="678467"/>
                      </a:lnTo>
                      <a:lnTo>
                        <a:pt x="1183993" y="1356933"/>
                      </a:lnTo>
                      <a:lnTo>
                        <a:pt x="390050" y="1356933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t" anchorCtr="0">
                  <a:noAutofit/>
                </a:bodyPr>
                <a:lstStyle/>
                <a:p>
                  <a:pPr algn="l"/>
                  <a:endParaRPr lang="en-US" sz="15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" name="Ellipse 17">
                  <a:extLst>
                    <a:ext uri="{FF2B5EF4-FFF2-40B4-BE49-F238E27FC236}">
                      <a16:creationId xmlns:a16="http://schemas.microsoft.com/office/drawing/2014/main" id="{6AA26EB4-4E0D-0FC8-A07D-136D47455CD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455156" y="5436313"/>
                  <a:ext cx="198000" cy="198000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l"/>
                  <a:endParaRPr lang="en-US" sz="15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2" name="Freihandform: Form 18">
                  <a:extLst>
                    <a:ext uri="{FF2B5EF4-FFF2-40B4-BE49-F238E27FC236}">
                      <a16:creationId xmlns:a16="http://schemas.microsoft.com/office/drawing/2014/main" id="{AE9B886F-6BBB-8197-A75C-BCA9DEDAC449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32878" y="5066406"/>
                  <a:ext cx="586666" cy="590876"/>
                </a:xfrm>
                <a:custGeom>
                  <a:avLst/>
                  <a:gdLst>
                    <a:gd name="connsiteX0" fmla="*/ 293333 w 586666"/>
                    <a:gd name="connsiteY0" fmla="*/ 293499 h 590876"/>
                    <a:gd name="connsiteX1" fmla="*/ 225354 w 586666"/>
                    <a:gd name="connsiteY1" fmla="*/ 430433 h 590876"/>
                    <a:gd name="connsiteX2" fmla="*/ 361312 w 586666"/>
                    <a:gd name="connsiteY2" fmla="*/ 430433 h 590876"/>
                    <a:gd name="connsiteX3" fmla="*/ 293333 w 586666"/>
                    <a:gd name="connsiteY3" fmla="*/ 0 h 590876"/>
                    <a:gd name="connsiteX4" fmla="*/ 586666 w 586666"/>
                    <a:gd name="connsiteY4" fmla="*/ 590876 h 590876"/>
                    <a:gd name="connsiteX5" fmla="*/ 0 w 586666"/>
                    <a:gd name="connsiteY5" fmla="*/ 590876 h 590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86666" h="590876">
                      <a:moveTo>
                        <a:pt x="293333" y="293499"/>
                      </a:moveTo>
                      <a:lnTo>
                        <a:pt x="225354" y="430433"/>
                      </a:lnTo>
                      <a:lnTo>
                        <a:pt x="361312" y="430433"/>
                      </a:lnTo>
                      <a:close/>
                      <a:moveTo>
                        <a:pt x="293333" y="0"/>
                      </a:moveTo>
                      <a:lnTo>
                        <a:pt x="586666" y="590876"/>
                      </a:lnTo>
                      <a:lnTo>
                        <a:pt x="0" y="590876"/>
                      </a:lnTo>
                      <a:close/>
                    </a:path>
                  </a:pathLst>
                </a:custGeom>
                <a:solidFill>
                  <a:schemeClr val="tx2">
                    <a:alpha val="99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t" anchorCtr="0">
                  <a:noAutofit/>
                </a:bodyPr>
                <a:lstStyle/>
                <a:p>
                  <a:pPr algn="l"/>
                  <a:endParaRPr lang="en-US" sz="150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37" name="Textfeld 36">
            <a:extLst>
              <a:ext uri="{FF2B5EF4-FFF2-40B4-BE49-F238E27FC236}">
                <a16:creationId xmlns:a16="http://schemas.microsoft.com/office/drawing/2014/main" id="{127479D1-94B1-2136-09F6-EAFA3A6FCD4B}"/>
              </a:ext>
            </a:extLst>
          </p:cNvPr>
          <p:cNvSpPr txBox="1"/>
          <p:nvPr userDrawn="1"/>
        </p:nvSpPr>
        <p:spPr>
          <a:xfrm>
            <a:off x="521493" y="4563144"/>
            <a:ext cx="1890000" cy="51398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>
              <a:lnSpc>
                <a:spcPts val="825"/>
              </a:lnSpc>
              <a:spcAft>
                <a:spcPts val="825"/>
              </a:spcAft>
            </a:pPr>
            <a:r>
              <a:rPr lang="de-DE" sz="938" b="0" i="0">
                <a:solidFill>
                  <a:srgbClr val="2DFA87"/>
                </a:solidFill>
                <a:latin typeface="+mn-lt"/>
                <a:ea typeface="ClanPro-MediumItalic" charset="0"/>
                <a:cs typeface="ClanPro-MediumItalic" charset="0"/>
              </a:rPr>
              <a:t>Accso – Accelerated Solutions GmbH</a:t>
            </a:r>
          </a:p>
          <a:p>
            <a:pPr marL="0" marR="0" indent="0" algn="l" defTabSz="914378" rtl="0" eaLnBrk="1" fontAlgn="base" latinLnBrk="0" hangingPunct="1">
              <a:lnSpc>
                <a:spcPts val="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1216" algn="r"/>
                <a:tab pos="270272" algn="l"/>
              </a:tabLst>
              <a:defRPr/>
            </a:pP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T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+49 6151 13029-0</a:t>
            </a:r>
          </a:p>
          <a:p>
            <a:pPr marL="0" marR="0" indent="0" algn="l" defTabSz="914378" rtl="0" eaLnBrk="1" fontAlgn="base" latinLnBrk="0" hangingPunct="1">
              <a:lnSpc>
                <a:spcPts val="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1216" algn="r"/>
                <a:tab pos="270272" algn="l"/>
              </a:tabLst>
              <a:defRPr/>
            </a:pP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E</a:t>
            </a:r>
            <a:r>
              <a:rPr lang="de-DE" sz="788" b="0" i="0" spc="-7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 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info@accso.de</a:t>
            </a:r>
          </a:p>
          <a:p>
            <a:pPr>
              <a:lnSpc>
                <a:spcPts val="825"/>
              </a:lnSpc>
              <a:tabLst>
                <a:tab pos="201216" algn="r"/>
                <a:tab pos="270272" algn="l"/>
              </a:tabLst>
            </a:pP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@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www.accso.de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F8C8F2F2-F225-6BC1-1DD9-2A27565F7AD3}"/>
              </a:ext>
            </a:extLst>
          </p:cNvPr>
          <p:cNvSpPr txBox="1"/>
          <p:nvPr userDrawn="1"/>
        </p:nvSpPr>
        <p:spPr>
          <a:xfrm>
            <a:off x="2602027" y="4563144"/>
            <a:ext cx="2565000" cy="51398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>
              <a:lnSpc>
                <a:spcPts val="825"/>
              </a:lnSpc>
              <a:tabLst>
                <a:tab pos="807244" algn="r"/>
                <a:tab pos="871538" algn="l"/>
              </a:tabLst>
            </a:pP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Hilpertstraße 12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64295 Darmstadt</a:t>
            </a:r>
          </a:p>
          <a:p>
            <a:pPr marL="0" marR="0" indent="0" algn="l" defTabSz="914378" rtl="0" eaLnBrk="1" fontAlgn="base" latinLnBrk="0" hangingPunct="1">
              <a:lnSpc>
                <a:spcPts val="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07244" algn="r"/>
                <a:tab pos="871538" algn="l"/>
              </a:tabLst>
              <a:defRPr/>
            </a:pPr>
            <a:r>
              <a:rPr lang="it-IT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Rahmhofstraße 2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60313 Frankfurt a. M.</a:t>
            </a:r>
            <a:endParaRPr lang="it-IT" sz="788" b="0" i="0">
              <a:solidFill>
                <a:schemeClr val="bg1"/>
              </a:solidFill>
              <a:latin typeface="+mn-lt"/>
              <a:ea typeface="Clan Pro Buch" charset="0"/>
              <a:cs typeface="Clan Pro Buch" charset="0"/>
            </a:endParaRPr>
          </a:p>
          <a:p>
            <a:pPr marL="0" marR="0" indent="0" algn="l" defTabSz="914378" rtl="0" eaLnBrk="1" fontAlgn="base" latinLnBrk="0" hangingPunct="1">
              <a:lnSpc>
                <a:spcPts val="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07244" algn="r"/>
                <a:tab pos="871538" algn="l"/>
              </a:tabLst>
              <a:defRPr/>
            </a:pPr>
            <a:r>
              <a:rPr lang="it-IT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Im Mediapark 6°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it-IT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50670 Köln</a:t>
            </a:r>
          </a:p>
          <a:p>
            <a:pPr marL="0" marR="0" indent="0" algn="l" defTabSz="914378" rtl="0" eaLnBrk="1" fontAlgn="base" latinLnBrk="0" hangingPunct="1">
              <a:lnSpc>
                <a:spcPts val="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07244" algn="r"/>
                <a:tab pos="871538" algn="l"/>
              </a:tabLst>
              <a:defRPr/>
            </a:pPr>
            <a:r>
              <a:rPr lang="it-IT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Balanstraße</a:t>
            </a:r>
            <a:r>
              <a:rPr lang="it-IT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 55 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it-IT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81541 München</a:t>
            </a:r>
          </a:p>
          <a:p>
            <a:pPr marL="0" marR="0" lvl="0" indent="0" algn="l" defTabSz="914378" rtl="0" eaLnBrk="1" fontAlgn="base" latinLnBrk="0" hangingPunct="1">
              <a:lnSpc>
                <a:spcPts val="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07244" algn="r"/>
                <a:tab pos="871538" algn="l"/>
              </a:tabLst>
              <a:defRPr/>
            </a:pPr>
            <a:r>
              <a:rPr lang="it-IT" sz="788" b="0" i="0" spc="3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Clocktower, 302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it-IT" sz="788" b="0" i="0" spc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CV&amp;A Waterfront, Cape Town 8002, ZA</a:t>
            </a:r>
            <a:endParaRPr lang="it-IT" sz="788" b="0" i="0" spc="0">
              <a:solidFill>
                <a:schemeClr val="bg1"/>
              </a:solidFill>
              <a:latin typeface="+mn-lt"/>
              <a:ea typeface="Clan Pro Buch" charset="0"/>
              <a:cs typeface="Clan Pro Buch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F4D1C43-219A-6E8D-B836-B71D4664D1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297329" y="1084541"/>
            <a:ext cx="2703977" cy="1809000"/>
          </a:xfrm>
          <a:prstGeom prst="rect">
            <a:avLst/>
          </a:prstGeom>
        </p:spPr>
      </p:pic>
      <p:sp>
        <p:nvSpPr>
          <p:cNvPr id="2" name="Bildplatzhalter 17">
            <a:extLst>
              <a:ext uri="{FF2B5EF4-FFF2-40B4-BE49-F238E27FC236}">
                <a16:creationId xmlns:a16="http://schemas.microsoft.com/office/drawing/2014/main" id="{49365F6A-D06F-7622-0EBD-CEF8B289CED2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>
            <a:off x="5917355" y="1688923"/>
            <a:ext cx="2631792" cy="1749600"/>
          </a:xfrm>
          <a:custGeom>
            <a:avLst/>
            <a:gdLst>
              <a:gd name="connsiteX0" fmla="*/ 657846 w 3556819"/>
              <a:gd name="connsiteY0" fmla="*/ 0 h 2364553"/>
              <a:gd name="connsiteX1" fmla="*/ 3161367 w 3556819"/>
              <a:gd name="connsiteY1" fmla="*/ 0 h 2364553"/>
              <a:gd name="connsiteX2" fmla="*/ 3535310 w 3556819"/>
              <a:gd name="connsiteY2" fmla="*/ 521946 h 2364553"/>
              <a:gd name="connsiteX3" fmla="*/ 2898973 w 3556819"/>
              <a:gd name="connsiteY3" fmla="*/ 2364553 h 2364553"/>
              <a:gd name="connsiteX4" fmla="*/ 395451 w 3556819"/>
              <a:gd name="connsiteY4" fmla="*/ 2364553 h 2364553"/>
              <a:gd name="connsiteX5" fmla="*/ 21508 w 3556819"/>
              <a:gd name="connsiteY5" fmla="*/ 1842607 h 23645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556819" h="2364553">
                <a:moveTo>
                  <a:pt x="657846" y="0"/>
                </a:moveTo>
                <a:lnTo>
                  <a:pt x="3161367" y="0"/>
                </a:lnTo>
                <a:cubicBezTo>
                  <a:pt x="3432635" y="0"/>
                  <a:pt x="3622776" y="266660"/>
                  <a:pt x="3535310" y="521946"/>
                </a:cubicBezTo>
                <a:lnTo>
                  <a:pt x="2898973" y="2364553"/>
                </a:lnTo>
                <a:lnTo>
                  <a:pt x="395451" y="2364553"/>
                </a:lnTo>
                <a:cubicBezTo>
                  <a:pt x="124184" y="2364553"/>
                  <a:pt x="-65957" y="2097893"/>
                  <a:pt x="21508" y="1842607"/>
                </a:cubicBezTo>
                <a:close/>
              </a:path>
            </a:pathLst>
          </a:custGeom>
          <a:noFill/>
          <a:ln w="50800">
            <a:solidFill>
              <a:srgbClr val="2DFA87"/>
            </a:solidFill>
          </a:ln>
        </p:spPr>
        <p:txBody>
          <a:bodyPr wrap="square">
            <a:noAutofit/>
          </a:bodyPr>
          <a:lstStyle/>
          <a:p>
            <a:r>
              <a:rPr lang="en-GB"/>
              <a:t>Click icon to add picture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056892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 2">
    <p:bg>
      <p:bgPr>
        <a:solidFill>
          <a:srgbClr val="003C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D73C8DB6-6CFD-0DFB-126B-8CD639EB6525}"/>
              </a:ext>
            </a:extLst>
          </p:cNvPr>
          <p:cNvSpPr/>
          <p:nvPr userDrawn="1"/>
        </p:nvSpPr>
        <p:spPr bwMode="gray">
          <a:xfrm>
            <a:off x="0" y="4312487"/>
            <a:ext cx="9144000" cy="16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sp>
        <p:nvSpPr>
          <p:cNvPr id="6" name="Textplatzhalter 45">
            <a:extLst>
              <a:ext uri="{FF2B5EF4-FFF2-40B4-BE49-F238E27FC236}">
                <a16:creationId xmlns:a16="http://schemas.microsoft.com/office/drawing/2014/main" id="{EDEAF2E1-C47E-A8A0-6A3C-C8C15E9084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 bwMode="invGray">
          <a:xfrm>
            <a:off x="521494" y="843724"/>
            <a:ext cx="4725000" cy="2645999"/>
          </a:xfrm>
        </p:spPr>
        <p:txBody>
          <a:bodyPr anchor="ctr" anchorCtr="0"/>
          <a:lstStyle>
            <a:lvl1pPr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4500" cap="none" baseline="0">
                <a:solidFill>
                  <a:srgbClr val="2DFA87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2485120A-6607-C666-7494-0AD2AB938C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60201" y="411511"/>
            <a:ext cx="684692" cy="158006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FC68CA13-9A37-DDBE-857F-56533BE1EE9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891919" y="1681163"/>
            <a:ext cx="2676525" cy="1781175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59076396-E385-083F-6CB5-3CC7EBA6918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297853" y="1101650"/>
            <a:ext cx="2676525" cy="1781175"/>
          </a:xfrm>
          <a:prstGeom prst="rect">
            <a:avLst/>
          </a:prstGeom>
        </p:spPr>
      </p:pic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C5C1F292-1363-06FA-DE56-64E08701948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829944" y="4663905"/>
            <a:ext cx="2848575" cy="290180"/>
            <a:chOff x="695325" y="5303713"/>
            <a:chExt cx="3798100" cy="386907"/>
          </a:xfrm>
        </p:grpSpPr>
        <p:grpSp>
          <p:nvGrpSpPr>
            <p:cNvPr id="7" name="Gruppieren 6">
              <a:extLst>
                <a:ext uri="{FF2B5EF4-FFF2-40B4-BE49-F238E27FC236}">
                  <a16:creationId xmlns:a16="http://schemas.microsoft.com/office/drawing/2014/main" id="{ED08D902-3A35-C409-EE56-75751A7FC69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95325" y="5303713"/>
              <a:ext cx="386907" cy="386907"/>
              <a:chOff x="7920000" y="6228000"/>
              <a:chExt cx="386907" cy="386907"/>
            </a:xfrm>
          </p:grpSpPr>
          <p:sp>
            <p:nvSpPr>
              <p:cNvPr id="35" name="Freihandform: Form 12">
                <a:extLst>
                  <a:ext uri="{FF2B5EF4-FFF2-40B4-BE49-F238E27FC236}">
                    <a16:creationId xmlns:a16="http://schemas.microsoft.com/office/drawing/2014/main" id="{788380E9-E2EE-778E-AECE-7E1635EA5846}"/>
                  </a:ext>
                </a:extLst>
              </p:cNvPr>
              <p:cNvSpPr/>
              <p:nvPr userDrawn="1"/>
            </p:nvSpPr>
            <p:spPr>
              <a:xfrm>
                <a:off x="7920000" y="6228000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6" name="Grafik 35">
                <a:extLst>
                  <a:ext uri="{FF2B5EF4-FFF2-40B4-BE49-F238E27FC236}">
                    <a16:creationId xmlns:a16="http://schemas.microsoft.com/office/drawing/2014/main" id="{388E1975-9CDC-0195-4863-097679D06000}"/>
                  </a:ext>
                </a:extLst>
              </p:cNvPr>
              <p:cNvPicPr>
                <a:picLocks noChangeAspect="1"/>
              </p:cNvPicPr>
              <p:nvPr userDrawn="1"/>
            </p:nvPicPr>
            <p:blipFill rotWithShape="1"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rcRect l="24565" t="6043" r="23344" b="6314"/>
              <a:stretch/>
            </p:blipFill>
            <p:spPr>
              <a:xfrm>
                <a:off x="8038443" y="6295247"/>
                <a:ext cx="150020" cy="252412"/>
              </a:xfrm>
              <a:prstGeom prst="rect">
                <a:avLst/>
              </a:prstGeom>
            </p:spPr>
          </p:pic>
        </p:grpSp>
        <p:grpSp>
          <p:nvGrpSpPr>
            <p:cNvPr id="8" name="Gruppieren 7">
              <a:extLst>
                <a:ext uri="{FF2B5EF4-FFF2-40B4-BE49-F238E27FC236}">
                  <a16:creationId xmlns:a16="http://schemas.microsoft.com/office/drawing/2014/main" id="{11C8DA7F-F8A5-7896-9FFE-6B4424A550F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157264" y="5303713"/>
              <a:ext cx="386907" cy="386907"/>
              <a:chOff x="9381939" y="6228000"/>
              <a:chExt cx="386907" cy="386907"/>
            </a:xfrm>
          </p:grpSpPr>
          <p:sp>
            <p:nvSpPr>
              <p:cNvPr id="33" name="Freihandform: Form 15">
                <a:extLst>
                  <a:ext uri="{FF2B5EF4-FFF2-40B4-BE49-F238E27FC236}">
                    <a16:creationId xmlns:a16="http://schemas.microsoft.com/office/drawing/2014/main" id="{488301C1-3A99-E8FB-6859-C23CB495C688}"/>
                  </a:ext>
                </a:extLst>
              </p:cNvPr>
              <p:cNvSpPr/>
              <p:nvPr userDrawn="1"/>
            </p:nvSpPr>
            <p:spPr>
              <a:xfrm>
                <a:off x="9381939" y="6228000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4" name="Grafik 33">
                <a:extLst>
                  <a:ext uri="{FF2B5EF4-FFF2-40B4-BE49-F238E27FC236}">
                    <a16:creationId xmlns:a16="http://schemas.microsoft.com/office/drawing/2014/main" id="{E8BBA339-A96B-E4D7-C71F-3214F34F8D5E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470209" y="6304363"/>
                <a:ext cx="210366" cy="210366"/>
              </a:xfrm>
              <a:prstGeom prst="rect">
                <a:avLst/>
              </a:prstGeom>
            </p:spPr>
          </p:pic>
        </p:grpSp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9882486D-7E61-F4DE-FEDC-98B2BC0E2BB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182638" y="5303713"/>
              <a:ext cx="386907" cy="386907"/>
              <a:chOff x="8407313" y="6228000"/>
              <a:chExt cx="386907" cy="386907"/>
            </a:xfrm>
          </p:grpSpPr>
          <p:sp>
            <p:nvSpPr>
              <p:cNvPr id="31" name="Freihandform: Form 13">
                <a:extLst>
                  <a:ext uri="{FF2B5EF4-FFF2-40B4-BE49-F238E27FC236}">
                    <a16:creationId xmlns:a16="http://schemas.microsoft.com/office/drawing/2014/main" id="{7898B09A-4EA2-134A-229F-A5AC2299E328}"/>
                  </a:ext>
                </a:extLst>
              </p:cNvPr>
              <p:cNvSpPr/>
              <p:nvPr userDrawn="1"/>
            </p:nvSpPr>
            <p:spPr>
              <a:xfrm>
                <a:off x="8407313" y="6228000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2" name="Grafik 31">
                <a:extLst>
                  <a:ext uri="{FF2B5EF4-FFF2-40B4-BE49-F238E27FC236}">
                    <a16:creationId xmlns:a16="http://schemas.microsoft.com/office/drawing/2014/main" id="{60286A19-2507-B565-BA65-7B133C47EE42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493072" y="6305793"/>
                <a:ext cx="231321" cy="231321"/>
              </a:xfrm>
              <a:prstGeom prst="rect">
                <a:avLst/>
              </a:prstGeom>
            </p:spPr>
          </p:pic>
        </p:grpSp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FE0B4B51-AE48-57E1-1EC3-93D23FC484FD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619203" y="5303713"/>
              <a:ext cx="386907" cy="386907"/>
              <a:chOff x="10843878" y="6228000"/>
              <a:chExt cx="386907" cy="386907"/>
            </a:xfrm>
          </p:grpSpPr>
          <p:sp>
            <p:nvSpPr>
              <p:cNvPr id="29" name="Freihandform: Form 91">
                <a:extLst>
                  <a:ext uri="{FF2B5EF4-FFF2-40B4-BE49-F238E27FC236}">
                    <a16:creationId xmlns:a16="http://schemas.microsoft.com/office/drawing/2014/main" id="{8C465756-FC23-3738-40BA-59432FE4E2B6}"/>
                  </a:ext>
                </a:extLst>
              </p:cNvPr>
              <p:cNvSpPr/>
              <p:nvPr userDrawn="1"/>
            </p:nvSpPr>
            <p:spPr>
              <a:xfrm>
                <a:off x="10843878" y="6228000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30" name="Grafik 29">
                <a:extLst>
                  <a:ext uri="{FF2B5EF4-FFF2-40B4-BE49-F238E27FC236}">
                    <a16:creationId xmlns:a16="http://schemas.microsoft.com/office/drawing/2014/main" id="{091AD755-C902-E08F-D510-E8F7AD70BB6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10929331" y="6320523"/>
                <a:ext cx="216000" cy="216000"/>
              </a:xfrm>
              <a:prstGeom prst="rect">
                <a:avLst/>
              </a:prstGeom>
            </p:spPr>
          </p:pic>
        </p:grpSp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2FF5C5B5-C84D-C687-62D7-695D8444948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644577" y="5303713"/>
              <a:ext cx="386907" cy="386907"/>
              <a:chOff x="9869252" y="6228000"/>
              <a:chExt cx="386907" cy="386907"/>
            </a:xfrm>
          </p:grpSpPr>
          <p:sp>
            <p:nvSpPr>
              <p:cNvPr id="27" name="Freihandform: Form 16">
                <a:extLst>
                  <a:ext uri="{FF2B5EF4-FFF2-40B4-BE49-F238E27FC236}">
                    <a16:creationId xmlns:a16="http://schemas.microsoft.com/office/drawing/2014/main" id="{275013E3-85C4-A2A6-D4E6-EBD92D31D068}"/>
                  </a:ext>
                </a:extLst>
              </p:cNvPr>
              <p:cNvSpPr/>
              <p:nvPr userDrawn="1"/>
            </p:nvSpPr>
            <p:spPr>
              <a:xfrm>
                <a:off x="9869252" y="6228000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28" name="Grafik 27">
                <a:extLst>
                  <a:ext uri="{FF2B5EF4-FFF2-40B4-BE49-F238E27FC236}">
                    <a16:creationId xmlns:a16="http://schemas.microsoft.com/office/drawing/2014/main" id="{370B2606-4CE7-45B4-9C04-7832232CEFD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938347" y="6297095"/>
                <a:ext cx="248716" cy="248716"/>
              </a:xfrm>
              <a:prstGeom prst="rect">
                <a:avLst/>
              </a:prstGeom>
            </p:spPr>
          </p:pic>
        </p:grpSp>
        <p:grpSp>
          <p:nvGrpSpPr>
            <p:cNvPr id="12" name="Gruppieren 11">
              <a:extLst>
                <a:ext uri="{FF2B5EF4-FFF2-40B4-BE49-F238E27FC236}">
                  <a16:creationId xmlns:a16="http://schemas.microsoft.com/office/drawing/2014/main" id="{FE070BC8-8E91-4DAE-F70F-825C745E11E4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106518" y="5303713"/>
              <a:ext cx="386907" cy="386907"/>
              <a:chOff x="11331193" y="6228000"/>
              <a:chExt cx="386907" cy="386907"/>
            </a:xfrm>
          </p:grpSpPr>
          <p:sp>
            <p:nvSpPr>
              <p:cNvPr id="25" name="Freihandform: Form 92">
                <a:extLst>
                  <a:ext uri="{FF2B5EF4-FFF2-40B4-BE49-F238E27FC236}">
                    <a16:creationId xmlns:a16="http://schemas.microsoft.com/office/drawing/2014/main" id="{A757DB1E-9E99-D1EF-2EBF-6F2695B439A2}"/>
                  </a:ext>
                </a:extLst>
              </p:cNvPr>
              <p:cNvSpPr/>
              <p:nvPr userDrawn="1"/>
            </p:nvSpPr>
            <p:spPr>
              <a:xfrm>
                <a:off x="11331193" y="6228000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26" name="Grafik 25">
                <a:extLst>
                  <a:ext uri="{FF2B5EF4-FFF2-40B4-BE49-F238E27FC236}">
                    <a16:creationId xmlns:a16="http://schemas.microsoft.com/office/drawing/2014/main" id="{35B57161-D4AD-0347-0A11-721226B2A48A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9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0">
                        <a14:imgEffect>
                          <a14:sharpenSoften amount="50000"/>
                        </a14:imgEffect>
                        <a14:imgEffect>
                          <a14:brightnessContrast bright="-40000" contrast="-20000"/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11438013" y="6292452"/>
                <a:ext cx="243039" cy="241392"/>
              </a:xfrm>
              <a:prstGeom prst="rect">
                <a:avLst/>
              </a:prstGeom>
            </p:spPr>
          </p:pic>
        </p:grpSp>
        <p:grpSp>
          <p:nvGrpSpPr>
            <p:cNvPr id="13" name="Gruppieren 12">
              <a:extLst>
                <a:ext uri="{FF2B5EF4-FFF2-40B4-BE49-F238E27FC236}">
                  <a16:creationId xmlns:a16="http://schemas.microsoft.com/office/drawing/2014/main" id="{1358B388-AD50-EC15-807E-EBABDF5A068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669951" y="5303713"/>
              <a:ext cx="386907" cy="386907"/>
              <a:chOff x="1669951" y="5303713"/>
              <a:chExt cx="386907" cy="386907"/>
            </a:xfrm>
          </p:grpSpPr>
          <p:sp>
            <p:nvSpPr>
              <p:cNvPr id="21" name="Freihandform: Form 14">
                <a:extLst>
                  <a:ext uri="{FF2B5EF4-FFF2-40B4-BE49-F238E27FC236}">
                    <a16:creationId xmlns:a16="http://schemas.microsoft.com/office/drawing/2014/main" id="{014E5488-2E58-E951-AC2B-1A97831FB7A5}"/>
                  </a:ext>
                </a:extLst>
              </p:cNvPr>
              <p:cNvSpPr/>
              <p:nvPr userDrawn="1"/>
            </p:nvSpPr>
            <p:spPr>
              <a:xfrm>
                <a:off x="1669951" y="5303713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pic>
            <p:nvPicPr>
              <p:cNvPr id="24" name="Grafik 23">
                <a:extLst>
                  <a:ext uri="{FF2B5EF4-FFF2-40B4-BE49-F238E27FC236}">
                    <a16:creationId xmlns:a16="http://schemas.microsoft.com/office/drawing/2014/main" id="{21B91863-BEC8-44C9-4C81-C0C0A44EFC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1748204" y="5381966"/>
                <a:ext cx="230400" cy="230400"/>
              </a:xfrm>
              <a:prstGeom prst="rect">
                <a:avLst/>
              </a:prstGeom>
            </p:spPr>
          </p:pic>
        </p:grpSp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945D0F1C-8997-6F85-D16D-7ED724A2B54A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131890" y="5303713"/>
              <a:ext cx="386907" cy="386907"/>
              <a:chOff x="3193916" y="5594898"/>
              <a:chExt cx="386907" cy="386907"/>
            </a:xfrm>
          </p:grpSpPr>
          <p:sp>
            <p:nvSpPr>
              <p:cNvPr id="15" name="Freihandform: Form 12">
                <a:extLst>
                  <a:ext uri="{FF2B5EF4-FFF2-40B4-BE49-F238E27FC236}">
                    <a16:creationId xmlns:a16="http://schemas.microsoft.com/office/drawing/2014/main" id="{06CD3154-1FFC-C093-DC5F-9C4F9D1B2218}"/>
                  </a:ext>
                </a:extLst>
              </p:cNvPr>
              <p:cNvSpPr/>
              <p:nvPr/>
            </p:nvSpPr>
            <p:spPr>
              <a:xfrm>
                <a:off x="3193916" y="5594898"/>
                <a:ext cx="386907" cy="386907"/>
              </a:xfrm>
              <a:custGeom>
                <a:avLst/>
                <a:gdLst>
                  <a:gd name="connsiteX0" fmla="*/ 0 w 508579"/>
                  <a:gd name="connsiteY0" fmla="*/ 0 h 508579"/>
                  <a:gd name="connsiteX1" fmla="*/ 508579 w 508579"/>
                  <a:gd name="connsiteY1" fmla="*/ 0 h 508579"/>
                  <a:gd name="connsiteX2" fmla="*/ 508579 w 508579"/>
                  <a:gd name="connsiteY2" fmla="*/ 508579 h 508579"/>
                  <a:gd name="connsiteX3" fmla="*/ 0 w 508579"/>
                  <a:gd name="connsiteY3" fmla="*/ 508579 h 5085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508579" h="508579">
                    <a:moveTo>
                      <a:pt x="0" y="0"/>
                    </a:moveTo>
                    <a:lnTo>
                      <a:pt x="508579" y="0"/>
                    </a:lnTo>
                    <a:lnTo>
                      <a:pt x="508579" y="508579"/>
                    </a:lnTo>
                    <a:lnTo>
                      <a:pt x="0" y="508579"/>
                    </a:lnTo>
                    <a:close/>
                  </a:path>
                </a:pathLst>
              </a:custGeom>
              <a:solidFill>
                <a:srgbClr val="1B1C2B"/>
              </a:solidFill>
              <a:ln w="759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de-DE"/>
              </a:p>
            </p:txBody>
          </p:sp>
          <p:grpSp>
            <p:nvGrpSpPr>
              <p:cNvPr id="16" name="Gruppieren 15">
                <a:extLst>
                  <a:ext uri="{FF2B5EF4-FFF2-40B4-BE49-F238E27FC236}">
                    <a16:creationId xmlns:a16="http://schemas.microsoft.com/office/drawing/2014/main" id="{CEAC227D-CA30-01BF-48EC-21CF8B1C9EB6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3247714" y="5626351"/>
                <a:ext cx="279310" cy="324000"/>
                <a:chOff x="7212974" y="4586237"/>
                <a:chExt cx="1396551" cy="1620000"/>
              </a:xfrm>
            </p:grpSpPr>
            <p:sp>
              <p:nvSpPr>
                <p:cNvPr id="17" name="Freihandform: Form 16">
                  <a:extLst>
                    <a:ext uri="{FF2B5EF4-FFF2-40B4-BE49-F238E27FC236}">
                      <a16:creationId xmlns:a16="http://schemas.microsoft.com/office/drawing/2014/main" id="{D8158F5B-9FDB-93D8-2186-C8841DFC7B1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 rot="5400000">
                  <a:off x="7101250" y="4697961"/>
                  <a:ext cx="1620000" cy="1396551"/>
                </a:xfrm>
                <a:custGeom>
                  <a:avLst/>
                  <a:gdLst>
                    <a:gd name="connsiteX0" fmla="*/ 202021 w 1574043"/>
                    <a:gd name="connsiteY0" fmla="*/ 678467 h 1356933"/>
                    <a:gd name="connsiteX1" fmla="*/ 491949 w 1574043"/>
                    <a:gd name="connsiteY1" fmla="*/ 1182777 h 1356933"/>
                    <a:gd name="connsiteX2" fmla="*/ 1082093 w 1574043"/>
                    <a:gd name="connsiteY2" fmla="*/ 1182777 h 1356933"/>
                    <a:gd name="connsiteX3" fmla="*/ 1372021 w 1574043"/>
                    <a:gd name="connsiteY3" fmla="*/ 678467 h 1356933"/>
                    <a:gd name="connsiteX4" fmla="*/ 1082093 w 1574043"/>
                    <a:gd name="connsiteY4" fmla="*/ 174157 h 1356933"/>
                    <a:gd name="connsiteX5" fmla="*/ 491949 w 1574043"/>
                    <a:gd name="connsiteY5" fmla="*/ 174157 h 1356933"/>
                    <a:gd name="connsiteX6" fmla="*/ 0 w 1574043"/>
                    <a:gd name="connsiteY6" fmla="*/ 678467 h 1356933"/>
                    <a:gd name="connsiteX7" fmla="*/ 390050 w 1574043"/>
                    <a:gd name="connsiteY7" fmla="*/ 0 h 1356933"/>
                    <a:gd name="connsiteX8" fmla="*/ 1183993 w 1574043"/>
                    <a:gd name="connsiteY8" fmla="*/ 0 h 1356933"/>
                    <a:gd name="connsiteX9" fmla="*/ 1574043 w 1574043"/>
                    <a:gd name="connsiteY9" fmla="*/ 678467 h 1356933"/>
                    <a:gd name="connsiteX10" fmla="*/ 1183993 w 1574043"/>
                    <a:gd name="connsiteY10" fmla="*/ 1356933 h 1356933"/>
                    <a:gd name="connsiteX11" fmla="*/ 390050 w 1574043"/>
                    <a:gd name="connsiteY11" fmla="*/ 1356933 h 135693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1574043" h="1356933">
                      <a:moveTo>
                        <a:pt x="202021" y="678467"/>
                      </a:moveTo>
                      <a:lnTo>
                        <a:pt x="491949" y="1182777"/>
                      </a:lnTo>
                      <a:lnTo>
                        <a:pt x="1082093" y="1182777"/>
                      </a:lnTo>
                      <a:lnTo>
                        <a:pt x="1372021" y="678467"/>
                      </a:lnTo>
                      <a:lnTo>
                        <a:pt x="1082093" y="174157"/>
                      </a:lnTo>
                      <a:lnTo>
                        <a:pt x="491949" y="174157"/>
                      </a:lnTo>
                      <a:close/>
                      <a:moveTo>
                        <a:pt x="0" y="678467"/>
                      </a:moveTo>
                      <a:lnTo>
                        <a:pt x="390050" y="0"/>
                      </a:lnTo>
                      <a:lnTo>
                        <a:pt x="1183993" y="0"/>
                      </a:lnTo>
                      <a:lnTo>
                        <a:pt x="1574043" y="678467"/>
                      </a:lnTo>
                      <a:lnTo>
                        <a:pt x="1183993" y="1356933"/>
                      </a:lnTo>
                      <a:lnTo>
                        <a:pt x="390050" y="1356933"/>
                      </a:lnTo>
                      <a:close/>
                    </a:path>
                  </a:pathLst>
                </a:cu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t" anchorCtr="0">
                  <a:noAutofit/>
                </a:bodyPr>
                <a:lstStyle/>
                <a:p>
                  <a:pPr algn="l"/>
                  <a:endParaRPr lang="en-US" sz="15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" name="Ellipse 17">
                  <a:extLst>
                    <a:ext uri="{FF2B5EF4-FFF2-40B4-BE49-F238E27FC236}">
                      <a16:creationId xmlns:a16="http://schemas.microsoft.com/office/drawing/2014/main" id="{46B48C89-238C-6AD0-7382-E864715A2B7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455156" y="5436313"/>
                  <a:ext cx="198000" cy="198000"/>
                </a:xfrm>
                <a:prstGeom prst="ellipse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t" anchorCtr="0"/>
                <a:lstStyle/>
                <a:p>
                  <a:pPr algn="l"/>
                  <a:endParaRPr lang="en-US" sz="150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" name="Freihandform: Form 18">
                  <a:extLst>
                    <a:ext uri="{FF2B5EF4-FFF2-40B4-BE49-F238E27FC236}">
                      <a16:creationId xmlns:a16="http://schemas.microsoft.com/office/drawing/2014/main" id="{9CEDF6F0-1DE0-16F6-4295-67E7E5B40D54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7632878" y="5066406"/>
                  <a:ext cx="586666" cy="590876"/>
                </a:xfrm>
                <a:custGeom>
                  <a:avLst/>
                  <a:gdLst>
                    <a:gd name="connsiteX0" fmla="*/ 293333 w 586666"/>
                    <a:gd name="connsiteY0" fmla="*/ 293499 h 590876"/>
                    <a:gd name="connsiteX1" fmla="*/ 225354 w 586666"/>
                    <a:gd name="connsiteY1" fmla="*/ 430433 h 590876"/>
                    <a:gd name="connsiteX2" fmla="*/ 361312 w 586666"/>
                    <a:gd name="connsiteY2" fmla="*/ 430433 h 590876"/>
                    <a:gd name="connsiteX3" fmla="*/ 293333 w 586666"/>
                    <a:gd name="connsiteY3" fmla="*/ 0 h 590876"/>
                    <a:gd name="connsiteX4" fmla="*/ 586666 w 586666"/>
                    <a:gd name="connsiteY4" fmla="*/ 590876 h 590876"/>
                    <a:gd name="connsiteX5" fmla="*/ 0 w 586666"/>
                    <a:gd name="connsiteY5" fmla="*/ 590876 h 59087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586666" h="590876">
                      <a:moveTo>
                        <a:pt x="293333" y="293499"/>
                      </a:moveTo>
                      <a:lnTo>
                        <a:pt x="225354" y="430433"/>
                      </a:lnTo>
                      <a:lnTo>
                        <a:pt x="361312" y="430433"/>
                      </a:lnTo>
                      <a:close/>
                      <a:moveTo>
                        <a:pt x="293333" y="0"/>
                      </a:moveTo>
                      <a:lnTo>
                        <a:pt x="586666" y="590876"/>
                      </a:lnTo>
                      <a:lnTo>
                        <a:pt x="0" y="590876"/>
                      </a:lnTo>
                      <a:close/>
                    </a:path>
                  </a:pathLst>
                </a:custGeom>
                <a:solidFill>
                  <a:schemeClr val="tx2">
                    <a:alpha val="99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t" anchorCtr="0">
                  <a:noAutofit/>
                </a:bodyPr>
                <a:lstStyle/>
                <a:p>
                  <a:pPr algn="l"/>
                  <a:endParaRPr lang="en-US" sz="150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37" name="Textfeld 36">
            <a:extLst>
              <a:ext uri="{FF2B5EF4-FFF2-40B4-BE49-F238E27FC236}">
                <a16:creationId xmlns:a16="http://schemas.microsoft.com/office/drawing/2014/main" id="{D63C4044-DC9E-5EA7-0AC5-4F1FDF42DD88}"/>
              </a:ext>
            </a:extLst>
          </p:cNvPr>
          <p:cNvSpPr txBox="1"/>
          <p:nvPr userDrawn="1"/>
        </p:nvSpPr>
        <p:spPr>
          <a:xfrm>
            <a:off x="521493" y="4563144"/>
            <a:ext cx="1890000" cy="51398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>
              <a:lnSpc>
                <a:spcPts val="825"/>
              </a:lnSpc>
              <a:spcAft>
                <a:spcPts val="825"/>
              </a:spcAft>
            </a:pPr>
            <a:r>
              <a:rPr lang="de-DE" sz="938" b="0" i="0">
                <a:solidFill>
                  <a:srgbClr val="2DFA87"/>
                </a:solidFill>
                <a:latin typeface="+mn-lt"/>
                <a:ea typeface="ClanPro-MediumItalic" charset="0"/>
                <a:cs typeface="ClanPro-MediumItalic" charset="0"/>
              </a:rPr>
              <a:t>Accso – Accelerated Solutions GmbH</a:t>
            </a:r>
          </a:p>
          <a:p>
            <a:pPr marL="0" marR="0" indent="0" algn="l" defTabSz="914378" rtl="0" eaLnBrk="1" fontAlgn="base" latinLnBrk="0" hangingPunct="1">
              <a:lnSpc>
                <a:spcPts val="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1216" algn="r"/>
                <a:tab pos="270272" algn="l"/>
              </a:tabLst>
              <a:defRPr/>
            </a:pP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T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+49 6151 13029-0</a:t>
            </a:r>
          </a:p>
          <a:p>
            <a:pPr marL="0" marR="0" indent="0" algn="l" defTabSz="914378" rtl="0" eaLnBrk="1" fontAlgn="base" latinLnBrk="0" hangingPunct="1">
              <a:lnSpc>
                <a:spcPts val="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201216" algn="r"/>
                <a:tab pos="270272" algn="l"/>
              </a:tabLst>
              <a:defRPr/>
            </a:pP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E</a:t>
            </a:r>
            <a:r>
              <a:rPr lang="de-DE" sz="788" b="0" i="0" spc="-7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 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info@accso.de</a:t>
            </a:r>
          </a:p>
          <a:p>
            <a:pPr>
              <a:lnSpc>
                <a:spcPts val="825"/>
              </a:lnSpc>
              <a:tabLst>
                <a:tab pos="201216" algn="r"/>
                <a:tab pos="270272" algn="l"/>
              </a:tabLst>
            </a:pP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@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www.accso.de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1A26F0C9-DCEB-F6EA-F48A-2D339040F363}"/>
              </a:ext>
            </a:extLst>
          </p:cNvPr>
          <p:cNvSpPr txBox="1"/>
          <p:nvPr userDrawn="1"/>
        </p:nvSpPr>
        <p:spPr>
          <a:xfrm>
            <a:off x="2602027" y="4563144"/>
            <a:ext cx="2565000" cy="513987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>
              <a:lnSpc>
                <a:spcPts val="825"/>
              </a:lnSpc>
              <a:tabLst>
                <a:tab pos="807244" algn="r"/>
                <a:tab pos="871538" algn="l"/>
              </a:tabLst>
            </a:pP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Hilpertstraße 12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64295 Darmstadt</a:t>
            </a:r>
          </a:p>
          <a:p>
            <a:pPr marL="0" marR="0" indent="0" algn="l" defTabSz="914378" rtl="0" eaLnBrk="1" fontAlgn="base" latinLnBrk="0" hangingPunct="1">
              <a:lnSpc>
                <a:spcPts val="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07244" algn="r"/>
                <a:tab pos="871538" algn="l"/>
              </a:tabLst>
              <a:defRPr/>
            </a:pPr>
            <a:r>
              <a:rPr lang="it-IT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Rahmhofstraße 2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60313 Frankfurt a. M.</a:t>
            </a:r>
            <a:endParaRPr lang="it-IT" sz="788" b="0" i="0">
              <a:solidFill>
                <a:schemeClr val="bg1"/>
              </a:solidFill>
              <a:latin typeface="+mn-lt"/>
              <a:ea typeface="Clan Pro Buch" charset="0"/>
              <a:cs typeface="Clan Pro Buch" charset="0"/>
            </a:endParaRPr>
          </a:p>
          <a:p>
            <a:pPr marL="0" marR="0" indent="0" algn="l" defTabSz="914378" rtl="0" eaLnBrk="1" fontAlgn="base" latinLnBrk="0" hangingPunct="1">
              <a:lnSpc>
                <a:spcPts val="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07244" algn="r"/>
                <a:tab pos="871538" algn="l"/>
              </a:tabLst>
              <a:defRPr/>
            </a:pPr>
            <a:r>
              <a:rPr lang="it-IT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Im Mediapark 6°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it-IT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50670 Köln</a:t>
            </a:r>
          </a:p>
          <a:p>
            <a:pPr marL="0" marR="0" indent="0" algn="l" defTabSz="914378" rtl="0" eaLnBrk="1" fontAlgn="base" latinLnBrk="0" hangingPunct="1">
              <a:lnSpc>
                <a:spcPts val="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07244" algn="r"/>
                <a:tab pos="871538" algn="l"/>
              </a:tabLst>
              <a:defRPr/>
            </a:pPr>
            <a:r>
              <a:rPr lang="it-IT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Balanstraße</a:t>
            </a:r>
            <a:r>
              <a:rPr lang="it-IT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 55 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it-IT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81541 München</a:t>
            </a:r>
          </a:p>
          <a:p>
            <a:pPr marL="0" marR="0" lvl="0" indent="0" algn="l" defTabSz="914378" rtl="0" eaLnBrk="1" fontAlgn="base" latinLnBrk="0" hangingPunct="1">
              <a:lnSpc>
                <a:spcPts val="8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807244" algn="r"/>
                <a:tab pos="871538" algn="l"/>
              </a:tabLst>
              <a:defRPr/>
            </a:pPr>
            <a:r>
              <a:rPr lang="it-IT" sz="788" b="0" i="0" spc="3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Clocktower, 302</a:t>
            </a:r>
            <a:r>
              <a:rPr lang="de-DE" sz="788" b="0" i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Pro-MediumItalic" charset="0"/>
                <a:cs typeface="ClanPro-MediumItalic" charset="0"/>
              </a:rPr>
              <a:t>|</a:t>
            </a:r>
            <a:r>
              <a:rPr lang="de-DE" sz="788" b="0" i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	</a:t>
            </a:r>
            <a:r>
              <a:rPr lang="it-IT" sz="788" b="0" i="0" spc="0" baseline="0">
                <a:solidFill>
                  <a:schemeClr val="bg1"/>
                </a:solidFill>
                <a:latin typeface="+mn-lt"/>
                <a:ea typeface="Clan Pro Buch" charset="0"/>
                <a:cs typeface="Clan Pro Buch" charset="0"/>
              </a:rPr>
              <a:t>CV&amp;A Waterfront, Cape Town 8002, ZA</a:t>
            </a:r>
            <a:endParaRPr lang="it-IT" sz="788" b="0" i="0" spc="0">
              <a:solidFill>
                <a:schemeClr val="bg1"/>
              </a:solidFill>
              <a:latin typeface="+mn-lt"/>
              <a:ea typeface="Clan Pro Buch" charset="0"/>
              <a:cs typeface="Clan Pro Buch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163013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 Seitenbreite sch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7">
            <a:extLst>
              <a:ext uri="{FF2B5EF4-FFF2-40B4-BE49-F238E27FC236}">
                <a16:creationId xmlns:a16="http://schemas.microsoft.com/office/drawing/2014/main" id="{B16DAD80-4F74-C10E-E47B-AC27AFB5126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1383506"/>
            <a:ext cx="9144000" cy="3348038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1F6572-329A-4E72-D77B-49C67A7FD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B54A5A-C4C0-DA4D-B8D2-6546DCE5455C}" type="datetime1">
              <a:rPr lang="en-US" smtClean="0"/>
              <a:t>8/29/2026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E86717B-2EA4-4A72-A334-0F4C15DC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Presentation for Apple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E4FAA3-E657-7565-2172-3ED52433D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8D279D-9EEE-4375-932F-276CB614E9A4}" type="slidenum">
              <a:rPr lang="de-DE" smtClean="0"/>
              <a:t>‹#›</a:t>
            </a:fld>
            <a:endParaRPr lang="de-DE"/>
          </a:p>
        </p:txBody>
      </p:sp>
      <p:cxnSp>
        <p:nvCxnSpPr>
          <p:cNvPr id="3" name="Gerade Verbindung mit Pfeil 2">
            <a:extLst>
              <a:ext uri="{FF2B5EF4-FFF2-40B4-BE49-F238E27FC236}">
                <a16:creationId xmlns:a16="http://schemas.microsoft.com/office/drawing/2014/main" id="{FEDFD537-0D3C-18D8-5035-4D7A0EF05C00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4759526"/>
            <a:ext cx="9153000" cy="0"/>
          </a:xfrm>
          <a:prstGeom prst="straightConnector1">
            <a:avLst/>
          </a:prstGeom>
          <a:ln w="76200" cap="flat">
            <a:solidFill>
              <a:schemeClr val="accent1"/>
            </a:solidFill>
            <a:beve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el 1">
            <a:extLst>
              <a:ext uri="{FF2B5EF4-FFF2-40B4-BE49-F238E27FC236}">
                <a16:creationId xmlns:a16="http://schemas.microsoft.com/office/drawing/2014/main" id="{D66543B8-A98A-3595-2694-5E348ABE0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41480"/>
            <a:ext cx="8101013" cy="540000"/>
          </a:xfrm>
        </p:spPr>
        <p:txBody>
          <a:bodyPr/>
          <a:lstStyle>
            <a:lvl1pPr>
              <a:defRPr sz="2250"/>
            </a:lvl1pPr>
          </a:lstStyle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95353543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ISTUNG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Bildplatzhalter 22">
            <a:extLst>
              <a:ext uri="{FF2B5EF4-FFF2-40B4-BE49-F238E27FC236}">
                <a16:creationId xmlns:a16="http://schemas.microsoft.com/office/drawing/2014/main" id="{DEE065EB-D3B2-9448-8048-B49E1C1E73C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-201479" y="-402955"/>
            <a:ext cx="5065793" cy="5846063"/>
          </a:xfrm>
          <a:custGeom>
            <a:avLst/>
            <a:gdLst>
              <a:gd name="connsiteX0" fmla="*/ 0 w 5003800"/>
              <a:gd name="connsiteY0" fmla="*/ 0 h 5164138"/>
              <a:gd name="connsiteX1" fmla="*/ 5003800 w 5003800"/>
              <a:gd name="connsiteY1" fmla="*/ 0 h 5164138"/>
              <a:gd name="connsiteX2" fmla="*/ 5003800 w 5003800"/>
              <a:gd name="connsiteY2" fmla="*/ 5164138 h 5164138"/>
              <a:gd name="connsiteX3" fmla="*/ 0 w 5003800"/>
              <a:gd name="connsiteY3" fmla="*/ 5164138 h 5164138"/>
              <a:gd name="connsiteX4" fmla="*/ 0 w 5003800"/>
              <a:gd name="connsiteY4" fmla="*/ 0 h 5164138"/>
              <a:gd name="connsiteX0" fmla="*/ 0 w 5003800"/>
              <a:gd name="connsiteY0" fmla="*/ 0 h 5443107"/>
              <a:gd name="connsiteX1" fmla="*/ 5003800 w 5003800"/>
              <a:gd name="connsiteY1" fmla="*/ 0 h 5443107"/>
              <a:gd name="connsiteX2" fmla="*/ 2973522 w 5003800"/>
              <a:gd name="connsiteY2" fmla="*/ 5443107 h 5443107"/>
              <a:gd name="connsiteX3" fmla="*/ 0 w 5003800"/>
              <a:gd name="connsiteY3" fmla="*/ 5164138 h 5443107"/>
              <a:gd name="connsiteX4" fmla="*/ 0 w 5003800"/>
              <a:gd name="connsiteY4" fmla="*/ 0 h 5443107"/>
              <a:gd name="connsiteX0" fmla="*/ 0 w 4864315"/>
              <a:gd name="connsiteY0" fmla="*/ 402956 h 5846063"/>
              <a:gd name="connsiteX1" fmla="*/ 4864315 w 4864315"/>
              <a:gd name="connsiteY1" fmla="*/ 0 h 5846063"/>
              <a:gd name="connsiteX2" fmla="*/ 2973522 w 4864315"/>
              <a:gd name="connsiteY2" fmla="*/ 5846063 h 5846063"/>
              <a:gd name="connsiteX3" fmla="*/ 0 w 4864315"/>
              <a:gd name="connsiteY3" fmla="*/ 5567094 h 5846063"/>
              <a:gd name="connsiteX4" fmla="*/ 0 w 4864315"/>
              <a:gd name="connsiteY4" fmla="*/ 402956 h 5846063"/>
              <a:gd name="connsiteX0" fmla="*/ 7749 w 4864315"/>
              <a:gd name="connsiteY0" fmla="*/ 38746 h 5846063"/>
              <a:gd name="connsiteX1" fmla="*/ 4864315 w 4864315"/>
              <a:gd name="connsiteY1" fmla="*/ 0 h 5846063"/>
              <a:gd name="connsiteX2" fmla="*/ 2973522 w 4864315"/>
              <a:gd name="connsiteY2" fmla="*/ 5846063 h 5846063"/>
              <a:gd name="connsiteX3" fmla="*/ 0 w 4864315"/>
              <a:gd name="connsiteY3" fmla="*/ 5567094 h 5846063"/>
              <a:gd name="connsiteX4" fmla="*/ 7749 w 4864315"/>
              <a:gd name="connsiteY4" fmla="*/ 38746 h 5846063"/>
              <a:gd name="connsiteX0" fmla="*/ 0 w 5042546"/>
              <a:gd name="connsiteY0" fmla="*/ 15499 h 5846063"/>
              <a:gd name="connsiteX1" fmla="*/ 5042546 w 5042546"/>
              <a:gd name="connsiteY1" fmla="*/ 0 h 5846063"/>
              <a:gd name="connsiteX2" fmla="*/ 3151753 w 5042546"/>
              <a:gd name="connsiteY2" fmla="*/ 5846063 h 5846063"/>
              <a:gd name="connsiteX3" fmla="*/ 178231 w 5042546"/>
              <a:gd name="connsiteY3" fmla="*/ 5567094 h 5846063"/>
              <a:gd name="connsiteX4" fmla="*/ 0 w 5042546"/>
              <a:gd name="connsiteY4" fmla="*/ 15499 h 5846063"/>
              <a:gd name="connsiteX0" fmla="*/ 23247 w 5065793"/>
              <a:gd name="connsiteY0" fmla="*/ 15499 h 5846063"/>
              <a:gd name="connsiteX1" fmla="*/ 5065793 w 5065793"/>
              <a:gd name="connsiteY1" fmla="*/ 0 h 5846063"/>
              <a:gd name="connsiteX2" fmla="*/ 3175000 w 5065793"/>
              <a:gd name="connsiteY2" fmla="*/ 5846063 h 5846063"/>
              <a:gd name="connsiteX3" fmla="*/ 0 w 5065793"/>
              <a:gd name="connsiteY3" fmla="*/ 5737575 h 5846063"/>
              <a:gd name="connsiteX4" fmla="*/ 23247 w 5065793"/>
              <a:gd name="connsiteY4" fmla="*/ 15499 h 58460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65793" h="5846063">
                <a:moveTo>
                  <a:pt x="23247" y="15499"/>
                </a:moveTo>
                <a:lnTo>
                  <a:pt x="5065793" y="0"/>
                </a:lnTo>
                <a:lnTo>
                  <a:pt x="3175000" y="5846063"/>
                </a:lnTo>
                <a:lnTo>
                  <a:pt x="0" y="5737575"/>
                </a:lnTo>
                <a:lnTo>
                  <a:pt x="23247" y="15499"/>
                </a:lnTo>
                <a:close/>
              </a:path>
            </a:pathLst>
          </a:custGeom>
        </p:spPr>
        <p:txBody>
          <a:bodyPr/>
          <a:lstStyle>
            <a:lvl1pPr marL="0" indent="0">
              <a:buFontTx/>
              <a:buNone/>
              <a:defRPr>
                <a:latin typeface="+mn-lt"/>
              </a:defRPr>
            </a:lvl1pPr>
          </a:lstStyle>
          <a:p>
            <a:endParaRPr lang="de-DE"/>
          </a:p>
        </p:txBody>
      </p:sp>
      <p:sp>
        <p:nvSpPr>
          <p:cNvPr id="4" name="Rechteck 4">
            <a:extLst>
              <a:ext uri="{FF2B5EF4-FFF2-40B4-BE49-F238E27FC236}">
                <a16:creationId xmlns:a16="http://schemas.microsoft.com/office/drawing/2014/main" id="{D92C71FB-3327-3741-B3DB-351AF65070B2}"/>
              </a:ext>
            </a:extLst>
          </p:cNvPr>
          <p:cNvSpPr/>
          <p:nvPr userDrawn="1"/>
        </p:nvSpPr>
        <p:spPr>
          <a:xfrm rot="10800000">
            <a:off x="3059832" y="-380578"/>
            <a:ext cx="6552728" cy="5714365"/>
          </a:xfrm>
          <a:custGeom>
            <a:avLst/>
            <a:gdLst>
              <a:gd name="connsiteX0" fmla="*/ 0 w 4248150"/>
              <a:gd name="connsiteY0" fmla="*/ 0 h 5380061"/>
              <a:gd name="connsiteX1" fmla="*/ 4248150 w 4248150"/>
              <a:gd name="connsiteY1" fmla="*/ 0 h 5380061"/>
              <a:gd name="connsiteX2" fmla="*/ 4248150 w 4248150"/>
              <a:gd name="connsiteY2" fmla="*/ 5380061 h 5380061"/>
              <a:gd name="connsiteX3" fmla="*/ 0 w 4248150"/>
              <a:gd name="connsiteY3" fmla="*/ 5380061 h 5380061"/>
              <a:gd name="connsiteX4" fmla="*/ 0 w 4248150"/>
              <a:gd name="connsiteY4" fmla="*/ 0 h 5380061"/>
              <a:gd name="connsiteX0" fmla="*/ 0 w 6198870"/>
              <a:gd name="connsiteY0" fmla="*/ 30480 h 5410541"/>
              <a:gd name="connsiteX1" fmla="*/ 6198870 w 6198870"/>
              <a:gd name="connsiteY1" fmla="*/ 0 h 5410541"/>
              <a:gd name="connsiteX2" fmla="*/ 4248150 w 6198870"/>
              <a:gd name="connsiteY2" fmla="*/ 5410541 h 5410541"/>
              <a:gd name="connsiteX3" fmla="*/ 0 w 6198870"/>
              <a:gd name="connsiteY3" fmla="*/ 5410541 h 5410541"/>
              <a:gd name="connsiteX4" fmla="*/ 0 w 6198870"/>
              <a:gd name="connsiteY4" fmla="*/ 30480 h 5410541"/>
              <a:gd name="connsiteX0" fmla="*/ 0 w 6198870"/>
              <a:gd name="connsiteY0" fmla="*/ 30480 h 5410541"/>
              <a:gd name="connsiteX1" fmla="*/ 6198870 w 6198870"/>
              <a:gd name="connsiteY1" fmla="*/ 0 h 5410541"/>
              <a:gd name="connsiteX2" fmla="*/ 4408170 w 6198870"/>
              <a:gd name="connsiteY2" fmla="*/ 5410541 h 5410541"/>
              <a:gd name="connsiteX3" fmla="*/ 0 w 6198870"/>
              <a:gd name="connsiteY3" fmla="*/ 5410541 h 5410541"/>
              <a:gd name="connsiteX4" fmla="*/ 0 w 6198870"/>
              <a:gd name="connsiteY4" fmla="*/ 30480 h 5410541"/>
              <a:gd name="connsiteX0" fmla="*/ 0 w 6130290"/>
              <a:gd name="connsiteY0" fmla="*/ 22860 h 5402921"/>
              <a:gd name="connsiteX1" fmla="*/ 6130290 w 6130290"/>
              <a:gd name="connsiteY1" fmla="*/ 0 h 5402921"/>
              <a:gd name="connsiteX2" fmla="*/ 4408170 w 6130290"/>
              <a:gd name="connsiteY2" fmla="*/ 5402921 h 5402921"/>
              <a:gd name="connsiteX3" fmla="*/ 0 w 6130290"/>
              <a:gd name="connsiteY3" fmla="*/ 5402921 h 5402921"/>
              <a:gd name="connsiteX4" fmla="*/ 0 w 6130290"/>
              <a:gd name="connsiteY4" fmla="*/ 22860 h 5402921"/>
              <a:gd name="connsiteX0" fmla="*/ 0 w 6176010"/>
              <a:gd name="connsiteY0" fmla="*/ 0 h 5380061"/>
              <a:gd name="connsiteX1" fmla="*/ 6176010 w 6176010"/>
              <a:gd name="connsiteY1" fmla="*/ 0 h 5380061"/>
              <a:gd name="connsiteX2" fmla="*/ 4408170 w 6176010"/>
              <a:gd name="connsiteY2" fmla="*/ 5380061 h 5380061"/>
              <a:gd name="connsiteX3" fmla="*/ 0 w 6176010"/>
              <a:gd name="connsiteY3" fmla="*/ 5380061 h 5380061"/>
              <a:gd name="connsiteX4" fmla="*/ 0 w 6176010"/>
              <a:gd name="connsiteY4" fmla="*/ 0 h 5380061"/>
              <a:gd name="connsiteX0" fmla="*/ 0 w 6130290"/>
              <a:gd name="connsiteY0" fmla="*/ 0 h 5380061"/>
              <a:gd name="connsiteX1" fmla="*/ 6130290 w 6130290"/>
              <a:gd name="connsiteY1" fmla="*/ 0 h 5380061"/>
              <a:gd name="connsiteX2" fmla="*/ 4408170 w 6130290"/>
              <a:gd name="connsiteY2" fmla="*/ 5380061 h 5380061"/>
              <a:gd name="connsiteX3" fmla="*/ 0 w 6130290"/>
              <a:gd name="connsiteY3" fmla="*/ 5380061 h 5380061"/>
              <a:gd name="connsiteX4" fmla="*/ 0 w 6130290"/>
              <a:gd name="connsiteY4" fmla="*/ 0 h 5380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30290" h="5380061">
                <a:moveTo>
                  <a:pt x="0" y="0"/>
                </a:moveTo>
                <a:lnTo>
                  <a:pt x="6130290" y="0"/>
                </a:lnTo>
                <a:lnTo>
                  <a:pt x="4408170" y="5380061"/>
                </a:lnTo>
                <a:lnTo>
                  <a:pt x="0" y="538006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10000"/>
              <a:lumOff val="90000"/>
            </a:schemeClr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pPr lvl="0">
              <a:lnSpc>
                <a:spcPct val="120000"/>
              </a:lnSpc>
              <a:spcBef>
                <a:spcPts val="600"/>
              </a:spcBef>
              <a:buClr>
                <a:srgbClr val="73E1B3">
                  <a:lumMod val="50000"/>
                </a:srgbClr>
              </a:buClr>
              <a:buSzPct val="130000"/>
            </a:pPr>
            <a:endParaRPr lang="de-DE" sz="160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Bildplatzhalter 11">
            <a:extLst>
              <a:ext uri="{FF2B5EF4-FFF2-40B4-BE49-F238E27FC236}">
                <a16:creationId xmlns:a16="http://schemas.microsoft.com/office/drawing/2014/main" id="{ABB8E9F5-4B44-B146-B74F-6DEBCA4215A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811199" y="4483200"/>
            <a:ext cx="622841" cy="367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">
                <a:latin typeface="+mn-lt"/>
              </a:defRPr>
            </a:lvl1pPr>
          </a:lstStyle>
          <a:p>
            <a:endParaRPr lang="de-DE"/>
          </a:p>
        </p:txBody>
      </p:sp>
      <p:sp>
        <p:nvSpPr>
          <p:cNvPr id="15" name="Bildplatzhalter 11">
            <a:extLst>
              <a:ext uri="{FF2B5EF4-FFF2-40B4-BE49-F238E27FC236}">
                <a16:creationId xmlns:a16="http://schemas.microsoft.com/office/drawing/2014/main" id="{D51336E6-3BA8-4841-AA88-E211575DD6D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83890" y="4483200"/>
            <a:ext cx="622841" cy="367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">
                <a:latin typeface="+mn-lt"/>
              </a:defRPr>
            </a:lvl1pPr>
          </a:lstStyle>
          <a:p>
            <a:endParaRPr lang="de-DE"/>
          </a:p>
        </p:txBody>
      </p:sp>
      <p:sp>
        <p:nvSpPr>
          <p:cNvPr id="16" name="Bildplatzhalter 11">
            <a:extLst>
              <a:ext uri="{FF2B5EF4-FFF2-40B4-BE49-F238E27FC236}">
                <a16:creationId xmlns:a16="http://schemas.microsoft.com/office/drawing/2014/main" id="{78FF9866-6F53-4541-A1BE-8F0DD4010F7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156581" y="4483200"/>
            <a:ext cx="622841" cy="367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">
                <a:latin typeface="+mn-lt"/>
              </a:defRPr>
            </a:lvl1pPr>
          </a:lstStyle>
          <a:p>
            <a:endParaRPr lang="de-DE"/>
          </a:p>
        </p:txBody>
      </p:sp>
      <p:sp>
        <p:nvSpPr>
          <p:cNvPr id="17" name="Bildplatzhalter 11">
            <a:extLst>
              <a:ext uri="{FF2B5EF4-FFF2-40B4-BE49-F238E27FC236}">
                <a16:creationId xmlns:a16="http://schemas.microsoft.com/office/drawing/2014/main" id="{3B0ADC5E-8DA2-BE42-849B-37C2A2D0C0BB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793126" y="4483200"/>
            <a:ext cx="622841" cy="367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">
                <a:latin typeface="+mn-lt"/>
              </a:defRPr>
            </a:lvl1pPr>
          </a:lstStyle>
          <a:p>
            <a:endParaRPr lang="de-DE"/>
          </a:p>
        </p:txBody>
      </p:sp>
      <p:sp>
        <p:nvSpPr>
          <p:cNvPr id="18" name="Bildplatzhalter 11">
            <a:extLst>
              <a:ext uri="{FF2B5EF4-FFF2-40B4-BE49-F238E27FC236}">
                <a16:creationId xmlns:a16="http://schemas.microsoft.com/office/drawing/2014/main" id="{74D6D52F-A04D-FD4B-A131-05E2CA3B748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465817" y="4483200"/>
            <a:ext cx="622841" cy="367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">
                <a:latin typeface="+mn-lt"/>
              </a:defRPr>
            </a:lvl1pPr>
          </a:lstStyle>
          <a:p>
            <a:endParaRPr lang="de-DE"/>
          </a:p>
        </p:txBody>
      </p:sp>
      <p:sp>
        <p:nvSpPr>
          <p:cNvPr id="19" name="Bildplatzhalter 11">
            <a:extLst>
              <a:ext uri="{FF2B5EF4-FFF2-40B4-BE49-F238E27FC236}">
                <a16:creationId xmlns:a16="http://schemas.microsoft.com/office/drawing/2014/main" id="{C1D43F85-4BAA-C042-B22D-632EED64FAA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138508" y="4483200"/>
            <a:ext cx="622841" cy="367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">
                <a:latin typeface="+mn-lt"/>
              </a:defRPr>
            </a:lvl1pPr>
          </a:lstStyle>
          <a:p>
            <a:endParaRPr lang="de-DE"/>
          </a:p>
        </p:txBody>
      </p:sp>
      <p:sp>
        <p:nvSpPr>
          <p:cNvPr id="21" name="Bildplatzhalter 11">
            <a:extLst>
              <a:ext uri="{FF2B5EF4-FFF2-40B4-BE49-F238E27FC236}">
                <a16:creationId xmlns:a16="http://schemas.microsoft.com/office/drawing/2014/main" id="{6DED2146-9E05-8A41-BB40-C64CD516E06B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120435" y="4483200"/>
            <a:ext cx="622841" cy="36708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00">
                <a:latin typeface="+mn-lt"/>
              </a:defRPr>
            </a:lvl1pPr>
          </a:lstStyle>
          <a:p>
            <a:endParaRPr lang="de-DE"/>
          </a:p>
        </p:txBody>
      </p:sp>
      <p:sp>
        <p:nvSpPr>
          <p:cNvPr id="11" name="Textplatzhalter 9">
            <a:extLst>
              <a:ext uri="{FF2B5EF4-FFF2-40B4-BE49-F238E27FC236}">
                <a16:creationId xmlns:a16="http://schemas.microsoft.com/office/drawing/2014/main" id="{1F0181DA-3F52-1049-AF6E-4245374A8B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71008" y="1779959"/>
            <a:ext cx="4392612" cy="2736007"/>
          </a:xfrm>
          <a:prstGeom prst="rect">
            <a:avLst/>
          </a:prstGeom>
        </p:spPr>
        <p:txBody>
          <a:bodyPr/>
          <a:lstStyle>
            <a:lvl1pPr marL="270266" indent="-270266">
              <a:buFontTx/>
              <a:buBlip>
                <a:blip r:embed="rId2"/>
              </a:buBlip>
              <a:defRPr sz="1400">
                <a:latin typeface="+mn-lt"/>
              </a:defRPr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  <p:sp>
        <p:nvSpPr>
          <p:cNvPr id="13" name="Inhaltsplatzhalter 15">
            <a:extLst>
              <a:ext uri="{FF2B5EF4-FFF2-40B4-BE49-F238E27FC236}">
                <a16:creationId xmlns:a16="http://schemas.microsoft.com/office/drawing/2014/main" id="{6405A75C-B06C-BB4D-94E4-F3F19CCFF2E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1008" y="1085851"/>
            <a:ext cx="4392612" cy="650875"/>
          </a:xfrm>
          <a:prstGeom prst="rect">
            <a:avLst/>
          </a:prstGeom>
        </p:spPr>
        <p:txBody>
          <a:bodyPr/>
          <a:lstStyle>
            <a:lvl1pPr marL="0" indent="0" algn="ctr">
              <a:buFontTx/>
              <a:buNone/>
              <a:defRPr sz="1800" b="1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de-DE"/>
              <a:t>Mastertextformat bearbeiten
</a:t>
            </a:r>
          </a:p>
        </p:txBody>
      </p:sp>
      <p:sp>
        <p:nvSpPr>
          <p:cNvPr id="22" name="Bildplatzhalter 11">
            <a:extLst>
              <a:ext uri="{FF2B5EF4-FFF2-40B4-BE49-F238E27FC236}">
                <a16:creationId xmlns:a16="http://schemas.microsoft.com/office/drawing/2014/main" id="{27D7A16F-2691-9344-9630-3026232FD61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407255" y="195487"/>
            <a:ext cx="720117" cy="72050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latin typeface="+mn-lt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489303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 Allgeme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/>
          <p:cNvSpPr txBox="1"/>
          <p:nvPr userDrawn="1"/>
        </p:nvSpPr>
        <p:spPr>
          <a:xfrm>
            <a:off x="-27362" y="5016087"/>
            <a:ext cx="28565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25">
                <a:solidFill>
                  <a:schemeClr val="bg1"/>
                </a:solidFill>
                <a:latin typeface="+mn-lt"/>
              </a:rPr>
              <a:t>v.3</a:t>
            </a:r>
          </a:p>
        </p:txBody>
      </p:sp>
      <p:cxnSp>
        <p:nvCxnSpPr>
          <p:cNvPr id="37" name="Gerader Verbinder 16"/>
          <p:cNvCxnSpPr/>
          <p:nvPr userDrawn="1"/>
        </p:nvCxnSpPr>
        <p:spPr>
          <a:xfrm flipH="1">
            <a:off x="8173199" y="20538"/>
            <a:ext cx="1" cy="514350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hteck 37"/>
          <p:cNvSpPr/>
          <p:nvPr userDrawn="1"/>
        </p:nvSpPr>
        <p:spPr>
          <a:xfrm>
            <a:off x="-24188" y="4207102"/>
            <a:ext cx="9172712" cy="1674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2"/>
              </a:solidFill>
            </a:endParaRPr>
          </a:p>
        </p:txBody>
      </p:sp>
      <p:sp>
        <p:nvSpPr>
          <p:cNvPr id="47" name="Foliennummernplatzhalter 3"/>
          <p:cNvSpPr txBox="1">
            <a:spLocks/>
          </p:cNvSpPr>
          <p:nvPr userDrawn="1"/>
        </p:nvSpPr>
        <p:spPr>
          <a:xfrm>
            <a:off x="8613775" y="4729162"/>
            <a:ext cx="457200" cy="357188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charset="0"/>
                <a:ea typeface="+mn-ea"/>
                <a:cs typeface="+mn-cs"/>
              </a:defRPr>
            </a:lvl9pPr>
          </a:lstStyle>
          <a:p>
            <a:pPr>
              <a:defRPr/>
            </a:pPr>
            <a:endParaRPr lang="de-DE" b="0" i="0">
              <a:latin typeface="Clan Pro Buch" charset="0"/>
            </a:endParaRPr>
          </a:p>
        </p:txBody>
      </p:sp>
      <p:sp>
        <p:nvSpPr>
          <p:cNvPr id="48" name="Rechteck 47"/>
          <p:cNvSpPr/>
          <p:nvPr userDrawn="1"/>
        </p:nvSpPr>
        <p:spPr>
          <a:xfrm>
            <a:off x="6230468" y="3808203"/>
            <a:ext cx="326628" cy="29948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glow rad="419100">
              <a:schemeClr val="bg1">
                <a:alpha val="31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60F2FB9-6EE5-1244-B9D9-EED7CAC91F4A}"/>
              </a:ext>
            </a:extLst>
          </p:cNvPr>
          <p:cNvSpPr txBox="1"/>
          <p:nvPr userDrawn="1"/>
        </p:nvSpPr>
        <p:spPr>
          <a:xfrm>
            <a:off x="-20966" y="4934365"/>
            <a:ext cx="31771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525">
                <a:solidFill>
                  <a:schemeClr val="bg1"/>
                </a:solidFill>
                <a:latin typeface="+mn-lt"/>
              </a:rPr>
              <a:t>v.4.0</a:t>
            </a:r>
          </a:p>
        </p:txBody>
      </p:sp>
    </p:spTree>
    <p:extLst>
      <p:ext uri="{BB962C8B-B14F-4D97-AF65-F5344CB8AC3E}">
        <p14:creationId xmlns:p14="http://schemas.microsoft.com/office/powerpoint/2010/main" val="15684450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oliennummernplatzhalter 4"/>
          <p:cNvSpPr txBox="1">
            <a:spLocks/>
          </p:cNvSpPr>
          <p:nvPr userDrawn="1"/>
        </p:nvSpPr>
        <p:spPr>
          <a:xfrm>
            <a:off x="1" y="4785996"/>
            <a:ext cx="462005" cy="357522"/>
          </a:xfrm>
          <a:prstGeom prst="rect">
            <a:avLst/>
          </a:prstGeom>
        </p:spPr>
        <p:txBody>
          <a:bodyPr anchor="b"/>
          <a:lstStyle>
            <a:lvl1pPr algn="ctr">
              <a:defRPr sz="10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7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13" name="Titel 2"/>
          <p:cNvSpPr txBox="1">
            <a:spLocks/>
          </p:cNvSpPr>
          <p:nvPr userDrawn="1"/>
        </p:nvSpPr>
        <p:spPr>
          <a:xfrm>
            <a:off x="440728" y="405950"/>
            <a:ext cx="7069500" cy="193945"/>
          </a:xfrm>
          <a:prstGeom prst="rect">
            <a:avLst/>
          </a:prstGeom>
        </p:spPr>
        <p:txBody>
          <a:bodyPr tIns="0" rIns="0" bIns="0"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lang="en-US" sz="1800" kern="1200" baseline="0" dirty="0">
                <a:solidFill>
                  <a:schemeClr val="tx1"/>
                </a:solidFill>
                <a:effectLst/>
                <a:latin typeface="Clan Pro" charset="0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3225">
                <a:solidFill>
                  <a:srgbClr val="000000"/>
                </a:solidFill>
                <a:latin typeface="Calibri" pitchFamily="34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3225">
                <a:solidFill>
                  <a:srgbClr val="000000"/>
                </a:solidFill>
                <a:latin typeface="Calibri" pitchFamily="34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3225">
                <a:solidFill>
                  <a:srgbClr val="000000"/>
                </a:solidFill>
                <a:latin typeface="Calibri" pitchFamily="34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3225">
                <a:solidFill>
                  <a:srgbClr val="000000"/>
                </a:solidFill>
                <a:latin typeface="Calibri" pitchFamily="34" charset="0"/>
              </a:defRPr>
            </a:lvl5pPr>
            <a:lvl6pPr marL="342900" algn="l" rtl="0" eaLnBrk="1" fontAlgn="base" hangingPunct="1">
              <a:spcBef>
                <a:spcPct val="0"/>
              </a:spcBef>
              <a:spcAft>
                <a:spcPct val="0"/>
              </a:spcAft>
              <a:defRPr sz="3225">
                <a:solidFill>
                  <a:srgbClr val="000000"/>
                </a:solidFill>
                <a:latin typeface="Calibri" pitchFamily="34" charset="0"/>
              </a:defRPr>
            </a:lvl6pPr>
            <a:lvl7pPr marL="685800" algn="l" rtl="0" eaLnBrk="1" fontAlgn="base" hangingPunct="1">
              <a:spcBef>
                <a:spcPct val="0"/>
              </a:spcBef>
              <a:spcAft>
                <a:spcPct val="0"/>
              </a:spcAft>
              <a:defRPr sz="3225">
                <a:solidFill>
                  <a:srgbClr val="000000"/>
                </a:solidFill>
                <a:latin typeface="Calibri" pitchFamily="34" charset="0"/>
              </a:defRPr>
            </a:lvl7pPr>
            <a:lvl8pPr marL="1028700" algn="l" rtl="0" eaLnBrk="1" fontAlgn="base" hangingPunct="1">
              <a:spcBef>
                <a:spcPct val="0"/>
              </a:spcBef>
              <a:spcAft>
                <a:spcPct val="0"/>
              </a:spcAft>
              <a:defRPr sz="3225">
                <a:solidFill>
                  <a:srgbClr val="000000"/>
                </a:solidFill>
                <a:latin typeface="Calibri" pitchFamily="34" charset="0"/>
              </a:defRPr>
            </a:lvl8pPr>
            <a:lvl9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25">
                <a:solidFill>
                  <a:srgbClr val="000000"/>
                </a:solidFill>
                <a:latin typeface="Calibri" pitchFamily="34" charset="0"/>
              </a:defRPr>
            </a:lvl9pPr>
            <a:extLst/>
          </a:lstStyle>
          <a:p>
            <a:endParaRPr lang="de-DE" sz="1800" cap="all">
              <a:solidFill>
                <a:schemeClr val="tx2"/>
              </a:solidFill>
            </a:endParaRPr>
          </a:p>
        </p:txBody>
      </p:sp>
      <p:sp>
        <p:nvSpPr>
          <p:cNvPr id="17" name="Titel 1"/>
          <p:cNvSpPr>
            <a:spLocks noGrp="1"/>
          </p:cNvSpPr>
          <p:nvPr>
            <p:ph type="title" hasCustomPrompt="1"/>
          </p:nvPr>
        </p:nvSpPr>
        <p:spPr>
          <a:xfrm>
            <a:off x="616137" y="239002"/>
            <a:ext cx="6922769" cy="532524"/>
          </a:xfrm>
          <a:prstGeom prst="rect">
            <a:avLst/>
          </a:prstGeom>
        </p:spPr>
        <p:txBody>
          <a:bodyPr lIns="0" tIns="0" rIns="0" bIns="0" anchor="ctr"/>
          <a:lstStyle>
            <a:lvl1pPr>
              <a:defRPr sz="2000" b="1" i="0" cap="all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  <a:extLst/>
          </a:lstStyle>
          <a:p>
            <a:r>
              <a:rPr lang="en-US"/>
              <a:t>PROJEKTNAME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0" hasCustomPrompt="1"/>
          </p:nvPr>
        </p:nvSpPr>
        <p:spPr>
          <a:xfrm>
            <a:off x="7538905" y="239002"/>
            <a:ext cx="1258731" cy="53252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lang="de-DE" sz="2000" b="0" i="0" kern="1200" cap="all" baseline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lvl="0"/>
            <a:r>
              <a:rPr lang="en-US"/>
              <a:t>LOGO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7987655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nstige Anga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4"/>
          <p:cNvSpPr txBox="1">
            <a:spLocks/>
          </p:cNvSpPr>
          <p:nvPr userDrawn="1"/>
        </p:nvSpPr>
        <p:spPr>
          <a:xfrm>
            <a:off x="1" y="4785996"/>
            <a:ext cx="462005" cy="357522"/>
          </a:xfrm>
          <a:prstGeom prst="rect">
            <a:avLst/>
          </a:prstGeom>
        </p:spPr>
        <p:txBody>
          <a:bodyPr anchor="b"/>
          <a:lstStyle>
            <a:lvl1pPr algn="ctr">
              <a:defRPr sz="10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pPr marL="0" marR="0" lvl="0" indent="0" algn="ctr" defTabSz="6857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7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  <p:sp>
        <p:nvSpPr>
          <p:cNvPr id="6" name="Bildplatzhalter 2"/>
          <p:cNvSpPr>
            <a:spLocks noGrp="1"/>
          </p:cNvSpPr>
          <p:nvPr>
            <p:ph type="pic" sz="quarter" idx="17" hasCustomPrompt="1"/>
          </p:nvPr>
        </p:nvSpPr>
        <p:spPr>
          <a:xfrm>
            <a:off x="7282769" y="239002"/>
            <a:ext cx="1429431" cy="532524"/>
          </a:xfrm>
          <a:prstGeom prst="rect">
            <a:avLst/>
          </a:prstGeom>
        </p:spPr>
        <p:txBody>
          <a:bodyPr/>
          <a:lstStyle>
            <a:lvl1pPr>
              <a:defRPr cap="all">
                <a:latin typeface="+mj-lt"/>
              </a:defRPr>
            </a:lvl1pPr>
          </a:lstStyle>
          <a:p>
            <a:r>
              <a:rPr lang="de-DE"/>
              <a:t>LOGO</a:t>
            </a:r>
          </a:p>
        </p:txBody>
      </p:sp>
      <p:sp>
        <p:nvSpPr>
          <p:cNvPr id="16" name="Inhaltsplatzhalter 24"/>
          <p:cNvSpPr>
            <a:spLocks noGrp="1"/>
          </p:cNvSpPr>
          <p:nvPr>
            <p:ph sz="quarter" idx="14" hasCustomPrompt="1"/>
          </p:nvPr>
        </p:nvSpPr>
        <p:spPr>
          <a:xfrm>
            <a:off x="620809" y="2476750"/>
            <a:ext cx="4132427" cy="836832"/>
          </a:xfrm>
          <a:prstGeom prst="rect">
            <a:avLst/>
          </a:prstGeom>
        </p:spPr>
        <p:txBody>
          <a:bodyPr lIns="0" tIns="0" rIns="0" bIns="0"/>
          <a:lstStyle>
            <a:lvl1pPr marL="270266" marR="0" indent="-270266" algn="l" defTabSz="914378" rtl="0" eaLnBrk="1" fontAlgn="base" latinLnBrk="0" hangingPunct="1">
              <a:lnSpc>
                <a:spcPct val="100000"/>
              </a:lnSpc>
              <a:spcBef>
                <a:spcPts val="450"/>
              </a:spcBef>
              <a:spcAft>
                <a:spcPct val="0"/>
              </a:spcAft>
              <a:buClr>
                <a:schemeClr val="accent3">
                  <a:lumMod val="50000"/>
                </a:schemeClr>
              </a:buClr>
              <a:buSzPct val="100000"/>
              <a:buFontTx/>
              <a:buBlip>
                <a:blip r:embed="rId2"/>
              </a:buBlip>
              <a:tabLst/>
              <a:defRPr sz="1000">
                <a:latin typeface="+mn-lt"/>
              </a:defRPr>
            </a:lvl1pPr>
          </a:lstStyle>
          <a:p>
            <a:pPr marL="270266" marR="0" lvl="0" indent="-270266" algn="l" defTabSz="914378" rtl="0" eaLnBrk="1" fontAlgn="base" latinLnBrk="0" hangingPunct="1">
              <a:lnSpc>
                <a:spcPct val="100000"/>
              </a:lnSpc>
              <a:spcBef>
                <a:spcPts val="450"/>
              </a:spcBef>
              <a:spcAft>
                <a:spcPct val="0"/>
              </a:spcAft>
              <a:buClr>
                <a:schemeClr val="accent3">
                  <a:lumMod val="50000"/>
                </a:schemeClr>
              </a:buClr>
              <a:buSzPct val="100000"/>
              <a:buFontTx/>
              <a:buBlip>
                <a:blip r:embed="rId2"/>
              </a:buBlip>
              <a:tabLst/>
              <a:defRPr/>
            </a:pPr>
            <a:r>
              <a:rPr lang="de-DE"/>
              <a:t>Prall von Whisky flog </a:t>
            </a:r>
            <a:r>
              <a:rPr lang="de-DE" err="1"/>
              <a:t>Quax</a:t>
            </a:r>
            <a:r>
              <a:rPr lang="de-DE"/>
              <a:t> den Jet zu Bruch. </a:t>
            </a:r>
            <a:br>
              <a:rPr lang="de-DE"/>
            </a:br>
            <a:r>
              <a:rPr lang="de-DE"/>
              <a:t>Vogel </a:t>
            </a:r>
            <a:r>
              <a:rPr lang="de-DE" err="1"/>
              <a:t>Quax</a:t>
            </a:r>
            <a:r>
              <a:rPr lang="de-DE"/>
              <a:t> zwickt Johnys Pferd Bim. </a:t>
            </a:r>
          </a:p>
          <a:p>
            <a:pPr marL="270266" marR="0" lvl="0" indent="-270266" algn="l" defTabSz="914378" rtl="0" eaLnBrk="1" fontAlgn="base" latinLnBrk="0" hangingPunct="1">
              <a:lnSpc>
                <a:spcPct val="100000"/>
              </a:lnSpc>
              <a:spcBef>
                <a:spcPts val="450"/>
              </a:spcBef>
              <a:spcAft>
                <a:spcPct val="0"/>
              </a:spcAft>
              <a:buClr>
                <a:schemeClr val="accent3">
                  <a:lumMod val="50000"/>
                </a:schemeClr>
              </a:buClr>
              <a:buSzPct val="100000"/>
              <a:buFontTx/>
              <a:buBlip>
                <a:blip r:embed="rId2"/>
              </a:buBlip>
              <a:tabLst/>
              <a:defRPr/>
            </a:pPr>
            <a:r>
              <a:rPr lang="de-DE"/>
              <a:t>„Oh, welcher Zynismus!“, quiekte Xavers jadegrüne Bratpfanne.</a:t>
            </a:r>
          </a:p>
          <a:p>
            <a:pPr marL="270266" marR="0" lvl="0" indent="-270266" algn="l" defTabSz="914378" rtl="0" eaLnBrk="1" fontAlgn="base" latinLnBrk="0" hangingPunct="1">
              <a:lnSpc>
                <a:spcPct val="100000"/>
              </a:lnSpc>
              <a:spcBef>
                <a:spcPts val="450"/>
              </a:spcBef>
              <a:spcAft>
                <a:spcPct val="0"/>
              </a:spcAft>
              <a:buClr>
                <a:schemeClr val="accent3">
                  <a:lumMod val="50000"/>
                </a:schemeClr>
              </a:buClr>
              <a:buSzPct val="100000"/>
              <a:buFontTx/>
              <a:buBlip>
                <a:blip r:embed="rId2"/>
              </a:buBlip>
              <a:tabLst/>
              <a:defRPr/>
            </a:pPr>
            <a:endParaRPr lang="de-DE" sz="1000" b="0" i="0">
              <a:latin typeface="Clan Pro Book" charset="0"/>
              <a:ea typeface="Clan Pro Book" charset="0"/>
              <a:cs typeface="Clan Pro Book" charset="0"/>
            </a:endParaRPr>
          </a:p>
          <a:p>
            <a:pPr marL="270266" marR="0" lvl="0" indent="-270266" algn="l" defTabSz="914378" rtl="0" eaLnBrk="1" fontAlgn="base" latinLnBrk="0" hangingPunct="1">
              <a:lnSpc>
                <a:spcPct val="100000"/>
              </a:lnSpc>
              <a:spcBef>
                <a:spcPts val="450"/>
              </a:spcBef>
              <a:spcAft>
                <a:spcPct val="0"/>
              </a:spcAft>
              <a:buClr>
                <a:schemeClr val="accent3">
                  <a:lumMod val="50000"/>
                </a:schemeClr>
              </a:buClr>
              <a:buSzPct val="100000"/>
              <a:buFontTx/>
              <a:buBlip>
                <a:blip r:embed="rId2"/>
              </a:buBlip>
              <a:tabLst/>
              <a:defRPr/>
            </a:pPr>
            <a:endParaRPr lang="de-DE" sz="1000" b="0" i="0">
              <a:latin typeface="Clan Pro Book" charset="0"/>
              <a:ea typeface="Clan Pro Book" charset="0"/>
              <a:cs typeface="Clan Pro Book" charset="0"/>
            </a:endParaRPr>
          </a:p>
        </p:txBody>
      </p:sp>
      <p:sp>
        <p:nvSpPr>
          <p:cNvPr id="18" name="Inhaltsplatzhalter 24"/>
          <p:cNvSpPr>
            <a:spLocks noGrp="1"/>
          </p:cNvSpPr>
          <p:nvPr>
            <p:ph sz="quarter" idx="16" hasCustomPrompt="1"/>
          </p:nvPr>
        </p:nvSpPr>
        <p:spPr>
          <a:xfrm>
            <a:off x="620809" y="3739770"/>
            <a:ext cx="4132427" cy="837180"/>
          </a:xfrm>
          <a:prstGeom prst="rect">
            <a:avLst/>
          </a:prstGeom>
        </p:spPr>
        <p:txBody>
          <a:bodyPr lIns="0" tIns="0" rIns="0" bIns="0"/>
          <a:lstStyle>
            <a:lvl1pPr marL="270266" marR="0" indent="-270266" algn="l" defTabSz="914378" rtl="0" eaLnBrk="1" fontAlgn="base" latinLnBrk="0" hangingPunct="1">
              <a:lnSpc>
                <a:spcPct val="100000"/>
              </a:lnSpc>
              <a:spcBef>
                <a:spcPts val="450"/>
              </a:spcBef>
              <a:spcAft>
                <a:spcPct val="0"/>
              </a:spcAft>
              <a:buClr>
                <a:schemeClr val="accent3">
                  <a:lumMod val="50000"/>
                </a:schemeClr>
              </a:buClr>
              <a:buSzPct val="100000"/>
              <a:buFontTx/>
              <a:buBlip>
                <a:blip r:embed="rId2"/>
              </a:buBlip>
              <a:tabLst/>
              <a:defRPr sz="1000">
                <a:latin typeface="+mn-lt"/>
              </a:defRPr>
            </a:lvl1pPr>
          </a:lstStyle>
          <a:p>
            <a:pPr lvl="0">
              <a:buSzPct val="130000"/>
            </a:pPr>
            <a:r>
              <a:rPr lang="de-DE"/>
              <a:t>The quick </a:t>
            </a:r>
            <a:r>
              <a:rPr lang="de-DE" err="1"/>
              <a:t>brown</a:t>
            </a:r>
            <a:r>
              <a:rPr lang="de-DE"/>
              <a:t> </a:t>
            </a:r>
            <a:r>
              <a:rPr lang="de-DE" err="1"/>
              <a:t>fox</a:t>
            </a:r>
            <a:r>
              <a:rPr lang="de-DE"/>
              <a:t> </a:t>
            </a:r>
            <a:r>
              <a:rPr lang="de-DE" err="1"/>
              <a:t>jumps</a:t>
            </a:r>
            <a:r>
              <a:rPr lang="de-DE"/>
              <a:t> </a:t>
            </a:r>
            <a:r>
              <a:rPr lang="de-DE" err="1"/>
              <a:t>over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lazy</a:t>
            </a:r>
            <a:r>
              <a:rPr lang="de-DE"/>
              <a:t> </a:t>
            </a:r>
            <a:r>
              <a:rPr lang="de-DE" err="1"/>
              <a:t>dog</a:t>
            </a:r>
            <a:r>
              <a:rPr lang="de-DE"/>
              <a:t>.</a:t>
            </a:r>
          </a:p>
          <a:p>
            <a:pPr lvl="0">
              <a:buSzPct val="130000"/>
            </a:pPr>
            <a:r>
              <a:rPr lang="de-DE"/>
              <a:t>The </a:t>
            </a:r>
            <a:r>
              <a:rPr lang="de-DE" err="1"/>
              <a:t>five</a:t>
            </a:r>
            <a:r>
              <a:rPr lang="de-DE"/>
              <a:t> </a:t>
            </a:r>
            <a:r>
              <a:rPr lang="de-DE" err="1"/>
              <a:t>boxing</a:t>
            </a:r>
            <a:r>
              <a:rPr lang="de-DE"/>
              <a:t> </a:t>
            </a:r>
            <a:r>
              <a:rPr lang="de-DE" err="1"/>
              <a:t>wizards</a:t>
            </a:r>
            <a:r>
              <a:rPr lang="de-DE"/>
              <a:t> jump </a:t>
            </a:r>
            <a:r>
              <a:rPr lang="de-DE" err="1"/>
              <a:t>quickly</a:t>
            </a:r>
            <a:r>
              <a:rPr lang="de-DE"/>
              <a:t>. A quick </a:t>
            </a:r>
            <a:r>
              <a:rPr lang="de-DE" err="1"/>
              <a:t>movement</a:t>
            </a:r>
            <a:r>
              <a:rPr lang="de-DE"/>
              <a:t> </a:t>
            </a:r>
            <a:r>
              <a:rPr lang="de-DE" err="1"/>
              <a:t>of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enemy</a:t>
            </a:r>
            <a:r>
              <a:rPr lang="de-DE"/>
              <a:t> will </a:t>
            </a:r>
            <a:r>
              <a:rPr lang="de-DE" err="1"/>
              <a:t>jeopardize</a:t>
            </a:r>
            <a:r>
              <a:rPr lang="de-DE"/>
              <a:t> </a:t>
            </a:r>
            <a:r>
              <a:rPr lang="de-DE" err="1"/>
              <a:t>six</a:t>
            </a:r>
            <a:r>
              <a:rPr lang="de-DE"/>
              <a:t> </a:t>
            </a:r>
            <a:r>
              <a:rPr lang="de-DE" err="1"/>
              <a:t>gunboats</a:t>
            </a:r>
            <a:r>
              <a:rPr lang="de-DE"/>
              <a:t>.</a:t>
            </a:r>
            <a:endParaRPr lang="de-DE" sz="1000" b="0" i="0">
              <a:latin typeface="Clan Pro Book" charset="0"/>
              <a:ea typeface="Clan Pro Book" charset="0"/>
              <a:cs typeface="Clan Pro Book" charset="0"/>
            </a:endParaRPr>
          </a:p>
          <a:p>
            <a:pPr marL="270266" marR="0" lvl="0" indent="-270266" algn="l" defTabSz="914378" rtl="0" eaLnBrk="1" fontAlgn="base" latinLnBrk="0" hangingPunct="1">
              <a:lnSpc>
                <a:spcPct val="100000"/>
              </a:lnSpc>
              <a:spcBef>
                <a:spcPts val="450"/>
              </a:spcBef>
              <a:spcAft>
                <a:spcPct val="0"/>
              </a:spcAft>
              <a:buClr>
                <a:schemeClr val="accent3">
                  <a:lumMod val="50000"/>
                </a:schemeClr>
              </a:buClr>
              <a:buSzPct val="100000"/>
              <a:buFontTx/>
              <a:buBlip>
                <a:blip r:embed="rId2"/>
              </a:buBlip>
              <a:tabLst/>
              <a:defRPr/>
            </a:pPr>
            <a:endParaRPr lang="de-DE" sz="1000" b="0" i="0">
              <a:latin typeface="Clan Pro Book" charset="0"/>
              <a:ea typeface="Clan Pro Book" charset="0"/>
              <a:cs typeface="Clan Pro Book" charset="0"/>
            </a:endParaRPr>
          </a:p>
        </p:txBody>
      </p:sp>
      <p:sp>
        <p:nvSpPr>
          <p:cNvPr id="20" name="Inhaltsplatzhalter 24"/>
          <p:cNvSpPr>
            <a:spLocks noGrp="1"/>
          </p:cNvSpPr>
          <p:nvPr>
            <p:ph sz="quarter" idx="21" hasCustomPrompt="1"/>
          </p:nvPr>
        </p:nvSpPr>
        <p:spPr>
          <a:xfrm>
            <a:off x="609035" y="1220781"/>
            <a:ext cx="4120451" cy="836832"/>
          </a:xfrm>
          <a:prstGeom prst="rect">
            <a:avLst/>
          </a:prstGeom>
        </p:spPr>
        <p:txBody>
          <a:bodyPr lIns="0" tIns="0" rIns="0" bIns="0"/>
          <a:lstStyle>
            <a:lvl1pPr marL="270266" marR="0" indent="-270266" algn="l" defTabSz="914378" rtl="0" eaLnBrk="1" fontAlgn="base" latinLnBrk="0" hangingPunct="1">
              <a:lnSpc>
                <a:spcPct val="100000"/>
              </a:lnSpc>
              <a:spcBef>
                <a:spcPts val="450"/>
              </a:spcBef>
              <a:spcAft>
                <a:spcPct val="0"/>
              </a:spcAft>
              <a:buClr>
                <a:schemeClr val="accent3">
                  <a:lumMod val="50000"/>
                </a:schemeClr>
              </a:buClr>
              <a:buSzPct val="100000"/>
              <a:buFontTx/>
              <a:buBlip>
                <a:blip r:embed="rId2"/>
              </a:buBlip>
              <a:tabLst/>
              <a:defRPr sz="1000" baseline="0">
                <a:latin typeface="+mn-lt"/>
              </a:defRPr>
            </a:lvl1pPr>
          </a:lstStyle>
          <a:p>
            <a:pPr marL="270266" marR="0" lvl="0" indent="-270266" algn="l" defTabSz="914378" rtl="0" eaLnBrk="1" fontAlgn="base" latinLnBrk="0" hangingPunct="1">
              <a:lnSpc>
                <a:spcPct val="100000"/>
              </a:lnSpc>
              <a:spcBef>
                <a:spcPts val="450"/>
              </a:spcBef>
              <a:spcAft>
                <a:spcPct val="0"/>
              </a:spcAft>
              <a:buClr>
                <a:schemeClr val="accent3">
                  <a:lumMod val="50000"/>
                </a:schemeClr>
              </a:buClr>
              <a:buSzPct val="100000"/>
              <a:buFontTx/>
              <a:buBlip>
                <a:blip r:embed="rId2"/>
              </a:buBlip>
              <a:tabLst/>
              <a:defRPr/>
            </a:pPr>
            <a:r>
              <a:rPr lang="de-DE"/>
              <a:t>The quick </a:t>
            </a:r>
            <a:r>
              <a:rPr lang="de-DE" err="1"/>
              <a:t>brown</a:t>
            </a:r>
            <a:r>
              <a:rPr lang="de-DE"/>
              <a:t> </a:t>
            </a:r>
            <a:r>
              <a:rPr lang="de-DE" err="1"/>
              <a:t>fox</a:t>
            </a:r>
            <a:r>
              <a:rPr lang="de-DE"/>
              <a:t> </a:t>
            </a:r>
            <a:r>
              <a:rPr lang="de-DE" err="1"/>
              <a:t>jumps</a:t>
            </a:r>
            <a:r>
              <a:rPr lang="de-DE"/>
              <a:t> </a:t>
            </a:r>
            <a:r>
              <a:rPr lang="de-DE" err="1"/>
              <a:t>over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lazy</a:t>
            </a:r>
            <a:r>
              <a:rPr lang="de-DE"/>
              <a:t> </a:t>
            </a:r>
            <a:r>
              <a:rPr lang="de-DE" err="1"/>
              <a:t>dog</a:t>
            </a:r>
            <a:r>
              <a:rPr lang="de-DE"/>
              <a:t>. The </a:t>
            </a:r>
            <a:r>
              <a:rPr lang="de-DE" err="1"/>
              <a:t>five</a:t>
            </a:r>
            <a:r>
              <a:rPr lang="de-DE"/>
              <a:t> </a:t>
            </a:r>
            <a:r>
              <a:rPr lang="de-DE" err="1"/>
              <a:t>boxing</a:t>
            </a:r>
            <a:r>
              <a:rPr lang="de-DE"/>
              <a:t> </a:t>
            </a:r>
            <a:r>
              <a:rPr lang="de-DE" err="1"/>
              <a:t>wizards</a:t>
            </a:r>
            <a:r>
              <a:rPr lang="de-DE"/>
              <a:t> </a:t>
            </a:r>
            <a:r>
              <a:rPr lang="de-DE" err="1"/>
              <a:t>jumping</a:t>
            </a:r>
            <a:r>
              <a:rPr lang="de-DE"/>
              <a:t> </a:t>
            </a:r>
          </a:p>
          <a:p>
            <a:pPr marL="270266" marR="0" lvl="0" indent="-270266" algn="l" defTabSz="914378" rtl="0" eaLnBrk="1" fontAlgn="base" latinLnBrk="0" hangingPunct="1">
              <a:lnSpc>
                <a:spcPct val="100000"/>
              </a:lnSpc>
              <a:spcBef>
                <a:spcPts val="450"/>
              </a:spcBef>
              <a:spcAft>
                <a:spcPct val="0"/>
              </a:spcAft>
              <a:buClr>
                <a:schemeClr val="accent3">
                  <a:lumMod val="50000"/>
                </a:schemeClr>
              </a:buClr>
              <a:buSzPct val="100000"/>
              <a:buFontTx/>
              <a:buBlip>
                <a:blip r:embed="rId2"/>
              </a:buBlip>
              <a:tabLst/>
              <a:defRPr/>
            </a:pPr>
            <a:r>
              <a:rPr lang="de-DE"/>
              <a:t>„Oh, welcher Zynismus!“, quiekte Xavers jadegrüne Bratpfanne.</a:t>
            </a:r>
          </a:p>
          <a:p>
            <a:pPr marL="270266" marR="0" lvl="0" indent="-270266" algn="l" defTabSz="914378" rtl="0" eaLnBrk="1" fontAlgn="base" latinLnBrk="0" hangingPunct="1">
              <a:lnSpc>
                <a:spcPct val="100000"/>
              </a:lnSpc>
              <a:spcBef>
                <a:spcPts val="450"/>
              </a:spcBef>
              <a:spcAft>
                <a:spcPct val="0"/>
              </a:spcAft>
              <a:buClr>
                <a:schemeClr val="accent3">
                  <a:lumMod val="50000"/>
                </a:schemeClr>
              </a:buClr>
              <a:buSzPct val="100000"/>
              <a:buFontTx/>
              <a:buBlip>
                <a:blip r:embed="rId2"/>
              </a:buBlip>
              <a:tabLst/>
              <a:defRPr/>
            </a:pPr>
            <a:endParaRPr lang="de-DE" sz="1000" b="0" i="0">
              <a:latin typeface="Clan Pro Book" charset="0"/>
              <a:ea typeface="Clan Pro Book" charset="0"/>
              <a:cs typeface="Clan Pro Book" charset="0"/>
            </a:endParaRPr>
          </a:p>
          <a:p>
            <a:pPr marL="270266" marR="0" lvl="0" indent="-270266" algn="l" defTabSz="914378" rtl="0" eaLnBrk="1" fontAlgn="base" latinLnBrk="0" hangingPunct="1">
              <a:lnSpc>
                <a:spcPct val="100000"/>
              </a:lnSpc>
              <a:spcBef>
                <a:spcPts val="450"/>
              </a:spcBef>
              <a:spcAft>
                <a:spcPct val="0"/>
              </a:spcAft>
              <a:buClr>
                <a:schemeClr val="accent3">
                  <a:lumMod val="50000"/>
                </a:schemeClr>
              </a:buClr>
              <a:buSzPct val="100000"/>
              <a:buFontTx/>
              <a:buBlip>
                <a:blip r:embed="rId2"/>
              </a:buBlip>
              <a:tabLst/>
              <a:defRPr/>
            </a:pPr>
            <a:endParaRPr lang="de-DE" sz="1000" b="0" i="0">
              <a:latin typeface="Clan Pro Book" charset="0"/>
              <a:ea typeface="Clan Pro Book" charset="0"/>
              <a:cs typeface="Clan Pro Book" charset="0"/>
            </a:endParaRPr>
          </a:p>
        </p:txBody>
      </p:sp>
      <p:sp>
        <p:nvSpPr>
          <p:cNvPr id="21" name="Textfeld 20"/>
          <p:cNvSpPr txBox="1"/>
          <p:nvPr userDrawn="1"/>
        </p:nvSpPr>
        <p:spPr>
          <a:xfrm>
            <a:off x="620910" y="964749"/>
            <a:ext cx="4132327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400" b="1" cap="all">
                <a:latin typeface="+mj-lt"/>
              </a:rPr>
              <a:t>TECHNOLOGIE</a:t>
            </a:r>
          </a:p>
        </p:txBody>
      </p:sp>
      <p:sp>
        <p:nvSpPr>
          <p:cNvPr id="22" name="Textfeld 21"/>
          <p:cNvSpPr txBox="1"/>
          <p:nvPr userDrawn="1"/>
        </p:nvSpPr>
        <p:spPr>
          <a:xfrm>
            <a:off x="617767" y="2237197"/>
            <a:ext cx="4111719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400" b="1" cap="all">
                <a:latin typeface="+mj-lt"/>
              </a:rPr>
              <a:t>LAUFZEIT</a:t>
            </a:r>
            <a:r>
              <a:rPr lang="de-DE" sz="1400" b="1" cap="all" baseline="0">
                <a:latin typeface="+mj-lt"/>
              </a:rPr>
              <a:t> | AUFWAND</a:t>
            </a:r>
            <a:endParaRPr lang="de-DE" sz="1400" b="1" cap="all">
              <a:latin typeface="+mj-lt"/>
            </a:endParaRPr>
          </a:p>
        </p:txBody>
      </p:sp>
      <p:sp>
        <p:nvSpPr>
          <p:cNvPr id="23" name="Textfeld 22"/>
          <p:cNvSpPr txBox="1"/>
          <p:nvPr userDrawn="1"/>
        </p:nvSpPr>
        <p:spPr>
          <a:xfrm>
            <a:off x="617767" y="3488745"/>
            <a:ext cx="413547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1400" b="1" cap="all">
                <a:latin typeface="+mj-lt"/>
              </a:rPr>
              <a:t>ROLLE</a:t>
            </a:r>
            <a:r>
              <a:rPr lang="de-DE" sz="1400" b="1" cap="all" baseline="0">
                <a:latin typeface="+mj-lt"/>
              </a:rPr>
              <a:t> IM PROJEKT</a:t>
            </a:r>
            <a:endParaRPr lang="de-DE" sz="1400" b="1" cap="all">
              <a:latin typeface="+mj-lt"/>
            </a:endParaRPr>
          </a:p>
        </p:txBody>
      </p:sp>
      <p:sp>
        <p:nvSpPr>
          <p:cNvPr id="2" name="Textfeld 1"/>
          <p:cNvSpPr txBox="1"/>
          <p:nvPr userDrawn="1"/>
        </p:nvSpPr>
        <p:spPr>
          <a:xfrm>
            <a:off x="615981" y="347327"/>
            <a:ext cx="588805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2000" b="1" cap="all">
                <a:latin typeface="+mj-lt"/>
              </a:rPr>
              <a:t>SONSTIGE ANGABEN</a:t>
            </a:r>
          </a:p>
        </p:txBody>
      </p:sp>
    </p:spTree>
    <p:extLst>
      <p:ext uri="{BB962C8B-B14F-4D97-AF65-F5344CB8AC3E}">
        <p14:creationId xmlns:p14="http://schemas.microsoft.com/office/powerpoint/2010/main" val="282633659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ferenz_Rech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C74270FB-9E9C-714E-A63A-538281FC1BF8}"/>
              </a:ext>
            </a:extLst>
          </p:cNvPr>
          <p:cNvSpPr/>
          <p:nvPr userDrawn="1"/>
        </p:nvSpPr>
        <p:spPr>
          <a:xfrm>
            <a:off x="4572001" y="-308570"/>
            <a:ext cx="5472608" cy="6120680"/>
          </a:xfrm>
          <a:prstGeom prst="rect">
            <a:avLst/>
          </a:prstGeom>
          <a:solidFill>
            <a:schemeClr val="bg1"/>
          </a:solidFill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ctr"/>
          <a:lstStyle/>
          <a:p>
            <a:endParaRPr lang="de-DE" sz="1600">
              <a:ea typeface="Clan Pro Buch" charset="0"/>
              <a:cs typeface="Clan Pro Buch" charset="0"/>
            </a:endParaRPr>
          </a:p>
        </p:txBody>
      </p:sp>
      <p:sp>
        <p:nvSpPr>
          <p:cNvPr id="11" name="Bildplatzhalter 10">
            <a:extLst>
              <a:ext uri="{FF2B5EF4-FFF2-40B4-BE49-F238E27FC236}">
                <a16:creationId xmlns:a16="http://schemas.microsoft.com/office/drawing/2014/main" id="{9D215448-10F5-994D-9545-D510F4BE0D3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300788" y="309220"/>
            <a:ext cx="1295400" cy="822669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000">
                <a:latin typeface="+mn-lt"/>
              </a:defRPr>
            </a:lvl1pPr>
          </a:lstStyle>
          <a:p>
            <a:endParaRPr lang="de-DE"/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B88504FB-483A-8940-B2A6-7D8E7BFC916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08520" y="-596601"/>
            <a:ext cx="4608512" cy="61926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endParaRPr lang="de-DE"/>
          </a:p>
        </p:txBody>
      </p:sp>
      <p:sp>
        <p:nvSpPr>
          <p:cNvPr id="6" name="Textplatzhalter 8">
            <a:extLst>
              <a:ext uri="{FF2B5EF4-FFF2-40B4-BE49-F238E27FC236}">
                <a16:creationId xmlns:a16="http://schemas.microsoft.com/office/drawing/2014/main" id="{485FD933-9CBD-1543-9FE2-5498930F3D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787901" y="1492250"/>
            <a:ext cx="4104580" cy="3455988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latin typeface="+mn-lt"/>
              </a:defRPr>
            </a:lvl1pPr>
          </a:lstStyle>
          <a:p>
            <a:r>
              <a:rPr lang="de-DE"/>
              <a:t>Mastertextformat bearbeiten
Zweite Ebene
Dritte Ebene
Vierte Ebene
Fünfte Ebene</a:t>
            </a:r>
          </a:p>
        </p:txBody>
      </p:sp>
    </p:spTree>
    <p:extLst>
      <p:ext uri="{BB962C8B-B14F-4D97-AF65-F5344CB8AC3E}">
        <p14:creationId xmlns:p14="http://schemas.microsoft.com/office/powerpoint/2010/main" val="2221835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NUL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1.xml"/><Relationship Id="rId18" Type="http://schemas.openxmlformats.org/officeDocument/2006/relationships/slideLayout" Target="../slideLayouts/slideLayout26.xml"/><Relationship Id="rId26" Type="http://schemas.openxmlformats.org/officeDocument/2006/relationships/slideLayout" Target="../slideLayouts/slideLayout34.xml"/><Relationship Id="rId39" Type="http://schemas.openxmlformats.org/officeDocument/2006/relationships/slideLayout" Target="../slideLayouts/slideLayout47.xml"/><Relationship Id="rId21" Type="http://schemas.openxmlformats.org/officeDocument/2006/relationships/slideLayout" Target="../slideLayouts/slideLayout29.xml"/><Relationship Id="rId34" Type="http://schemas.openxmlformats.org/officeDocument/2006/relationships/slideLayout" Target="../slideLayouts/slideLayout42.xml"/><Relationship Id="rId42" Type="http://schemas.openxmlformats.org/officeDocument/2006/relationships/slideLayout" Target="../slideLayouts/slideLayout50.xml"/><Relationship Id="rId47" Type="http://schemas.openxmlformats.org/officeDocument/2006/relationships/slideLayout" Target="../slideLayouts/slideLayout55.xml"/><Relationship Id="rId50" Type="http://schemas.openxmlformats.org/officeDocument/2006/relationships/slideLayout" Target="../slideLayouts/slideLayout58.xml"/><Relationship Id="rId55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71.xml"/><Relationship Id="rId68" Type="http://schemas.openxmlformats.org/officeDocument/2006/relationships/slideLayout" Target="../slideLayouts/slideLayout76.xml"/><Relationship Id="rId7" Type="http://schemas.openxmlformats.org/officeDocument/2006/relationships/slideLayout" Target="../slideLayouts/slideLayout15.xml"/><Relationship Id="rId71" Type="http://schemas.openxmlformats.org/officeDocument/2006/relationships/image" Target="../media/image7.svg"/><Relationship Id="rId2" Type="http://schemas.openxmlformats.org/officeDocument/2006/relationships/slideLayout" Target="../slideLayouts/slideLayout10.xml"/><Relationship Id="rId16" Type="http://schemas.openxmlformats.org/officeDocument/2006/relationships/slideLayout" Target="../slideLayouts/slideLayout24.xml"/><Relationship Id="rId29" Type="http://schemas.openxmlformats.org/officeDocument/2006/relationships/slideLayout" Target="../slideLayouts/slideLayout37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24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40.xml"/><Relationship Id="rId37" Type="http://schemas.openxmlformats.org/officeDocument/2006/relationships/slideLayout" Target="../slideLayouts/slideLayout45.xml"/><Relationship Id="rId40" Type="http://schemas.openxmlformats.org/officeDocument/2006/relationships/slideLayout" Target="../slideLayouts/slideLayout48.xml"/><Relationship Id="rId45" Type="http://schemas.openxmlformats.org/officeDocument/2006/relationships/slideLayout" Target="../slideLayouts/slideLayout53.xml"/><Relationship Id="rId53" Type="http://schemas.openxmlformats.org/officeDocument/2006/relationships/slideLayout" Target="../slideLayouts/slideLayout61.xml"/><Relationship Id="rId58" Type="http://schemas.openxmlformats.org/officeDocument/2006/relationships/slideLayout" Target="../slideLayouts/slideLayout66.xml"/><Relationship Id="rId66" Type="http://schemas.openxmlformats.org/officeDocument/2006/relationships/slideLayout" Target="../slideLayouts/slideLayout74.xml"/><Relationship Id="rId5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1.xml"/><Relationship Id="rId28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44.xml"/><Relationship Id="rId49" Type="http://schemas.openxmlformats.org/officeDocument/2006/relationships/slideLayout" Target="../slideLayouts/slideLayout57.xml"/><Relationship Id="rId57" Type="http://schemas.openxmlformats.org/officeDocument/2006/relationships/slideLayout" Target="../slideLayouts/slideLayout65.xml"/><Relationship Id="rId61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27.xml"/><Relationship Id="rId31" Type="http://schemas.openxmlformats.org/officeDocument/2006/relationships/slideLayout" Target="../slideLayouts/slideLayout39.xml"/><Relationship Id="rId44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60.xml"/><Relationship Id="rId60" Type="http://schemas.openxmlformats.org/officeDocument/2006/relationships/slideLayout" Target="../slideLayouts/slideLayout68.xml"/><Relationship Id="rId65" Type="http://schemas.openxmlformats.org/officeDocument/2006/relationships/slideLayout" Target="../slideLayouts/slideLayout73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4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0.xml"/><Relationship Id="rId27" Type="http://schemas.openxmlformats.org/officeDocument/2006/relationships/slideLayout" Target="../slideLayouts/slideLayout35.xml"/><Relationship Id="rId30" Type="http://schemas.openxmlformats.org/officeDocument/2006/relationships/slideLayout" Target="../slideLayouts/slideLayout38.xml"/><Relationship Id="rId35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51.xml"/><Relationship Id="rId48" Type="http://schemas.openxmlformats.org/officeDocument/2006/relationships/slideLayout" Target="../slideLayouts/slideLayout56.xml"/><Relationship Id="rId56" Type="http://schemas.openxmlformats.org/officeDocument/2006/relationships/slideLayout" Target="../slideLayouts/slideLayout64.xml"/><Relationship Id="rId64" Type="http://schemas.openxmlformats.org/officeDocument/2006/relationships/slideLayout" Target="../slideLayouts/slideLayout72.xml"/><Relationship Id="rId69" Type="http://schemas.openxmlformats.org/officeDocument/2006/relationships/theme" Target="../theme/theme2.xml"/><Relationship Id="rId8" Type="http://schemas.openxmlformats.org/officeDocument/2006/relationships/slideLayout" Target="../slideLayouts/slideLayout16.xml"/><Relationship Id="rId51" Type="http://schemas.openxmlformats.org/officeDocument/2006/relationships/slideLayout" Target="../slideLayouts/slideLayout59.xml"/><Relationship Id="rId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20.xml"/><Relationship Id="rId17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33.xml"/><Relationship Id="rId33" Type="http://schemas.openxmlformats.org/officeDocument/2006/relationships/slideLayout" Target="../slideLayouts/slideLayout41.xml"/><Relationship Id="rId38" Type="http://schemas.openxmlformats.org/officeDocument/2006/relationships/slideLayout" Target="../slideLayouts/slideLayout46.xml"/><Relationship Id="rId46" Type="http://schemas.openxmlformats.org/officeDocument/2006/relationships/slideLayout" Target="../slideLayouts/slideLayout54.xml"/><Relationship Id="rId59" Type="http://schemas.openxmlformats.org/officeDocument/2006/relationships/slideLayout" Target="../slideLayouts/slideLayout67.xml"/><Relationship Id="rId67" Type="http://schemas.openxmlformats.org/officeDocument/2006/relationships/slideLayout" Target="../slideLayouts/slideLayout75.xml"/><Relationship Id="rId20" Type="http://schemas.openxmlformats.org/officeDocument/2006/relationships/slideLayout" Target="../slideLayouts/slideLayout28.xml"/><Relationship Id="rId41" Type="http://schemas.openxmlformats.org/officeDocument/2006/relationships/slideLayout" Target="../slideLayouts/slideLayout49.xml"/><Relationship Id="rId54" Type="http://schemas.openxmlformats.org/officeDocument/2006/relationships/slideLayout" Target="../slideLayouts/slideLayout62.xml"/><Relationship Id="rId62" Type="http://schemas.openxmlformats.org/officeDocument/2006/relationships/slideLayout" Target="../slideLayouts/slideLayout70.xml"/><Relationship Id="rId70" Type="http://schemas.openxmlformats.org/officeDocument/2006/relationships/image" Target="../media/image6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81A4F78B-8DFB-78AF-05B9-CD27BFC990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14662834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11" imgW="592" imgH="591" progId="TCLayout.ActiveDocument.1">
                  <p:embed/>
                </p:oleObj>
              </mc:Choice>
              <mc:Fallback>
                <p:oleObj name="think-cell Folie" r:id="rId11" imgW="592" imgH="591" progId="TCLayout.ActiveDocument.1">
                  <p:embed/>
                  <p:pic>
                    <p:nvPicPr>
                      <p:cNvPr id="2" name="Objekt 1" hidden="1">
                        <a:extLst>
                          <a:ext uri="{FF2B5EF4-FFF2-40B4-BE49-F238E27FC236}">
                            <a16:creationId xmlns:a16="http://schemas.microsoft.com/office/drawing/2014/main" id="{81A4F78B-8DFB-78AF-05B9-CD27BFC990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hteck 8"/>
          <p:cNvSpPr/>
          <p:nvPr userDrawn="1"/>
        </p:nvSpPr>
        <p:spPr>
          <a:xfrm>
            <a:off x="0" y="5002020"/>
            <a:ext cx="9144000" cy="141480"/>
          </a:xfrm>
          <a:prstGeom prst="rect">
            <a:avLst/>
          </a:prstGeom>
          <a:solidFill>
            <a:schemeClr val="accent2">
              <a:alpha val="1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de-DE" sz="525">
              <a:solidFill>
                <a:schemeClr val="tx1"/>
              </a:solidFill>
            </a:endParaRPr>
          </a:p>
        </p:txBody>
      </p:sp>
      <p:sp>
        <p:nvSpPr>
          <p:cNvPr id="4" name="Textfeld 3"/>
          <p:cNvSpPr txBox="1"/>
          <p:nvPr userDrawn="1"/>
        </p:nvSpPr>
        <p:spPr>
          <a:xfrm>
            <a:off x="6286622" y="5002020"/>
            <a:ext cx="2511463" cy="141480"/>
          </a:xfrm>
          <a:prstGeom prst="rect">
            <a:avLst/>
          </a:prstGeom>
        </p:spPr>
        <p:txBody>
          <a:bodyPr vert="horz" lIns="68580" tIns="34290" rIns="0" bIns="34290" rtlCol="0" anchor="ctr"/>
          <a:lstStyle>
            <a:defPPr>
              <a:defRPr lang="de-DE"/>
            </a:defPPr>
            <a:lvl1pPr>
              <a:defRPr sz="700" b="0" i="0">
                <a:solidFill>
                  <a:schemeClr val="tx2"/>
                </a:solidFill>
                <a:latin typeface="ClanPro-BookItalic" charset="0"/>
                <a:ea typeface="ClanPro-BookItalic" charset="0"/>
                <a:cs typeface="ClanPro-BookItalic" charset="0"/>
              </a:defRPr>
            </a:lvl1pPr>
          </a:lstStyle>
          <a:p>
            <a:pPr lvl="0" algn="r"/>
            <a:r>
              <a:rPr lang="de-DE" sz="450" b="0" i="0">
                <a:solidFill>
                  <a:schemeClr val="tx1"/>
                </a:solidFill>
                <a:latin typeface="ClanPro-Book" panose="020B0604020101020102" pitchFamily="34" charset="0"/>
                <a:ea typeface="Clan Pro Buch" charset="0"/>
                <a:cs typeface="Clan Pro Buch" charset="0"/>
              </a:rPr>
              <a:t>Copyright © Accso – </a:t>
            </a:r>
            <a:r>
              <a:rPr lang="de-DE" sz="450" b="0" i="0" err="1">
                <a:solidFill>
                  <a:schemeClr val="tx1"/>
                </a:solidFill>
                <a:latin typeface="ClanPro-Book" panose="020B0604020101020102" pitchFamily="34" charset="0"/>
                <a:ea typeface="Clan Pro Buch" charset="0"/>
                <a:cs typeface="Clan Pro Buch" charset="0"/>
              </a:rPr>
              <a:t>Accelerated</a:t>
            </a:r>
            <a:r>
              <a:rPr lang="de-DE" sz="450" b="0" i="0">
                <a:solidFill>
                  <a:schemeClr val="tx1"/>
                </a:solidFill>
                <a:latin typeface="ClanPro-Book" panose="020B0604020101020102" pitchFamily="34" charset="0"/>
                <a:ea typeface="Clan Pro Buch" charset="0"/>
                <a:cs typeface="Clan Pro Buch" charset="0"/>
              </a:rPr>
              <a:t> Solutions GmbH </a:t>
            </a:r>
          </a:p>
        </p:txBody>
      </p:sp>
      <p:sp>
        <p:nvSpPr>
          <p:cNvPr id="12" name="Foliennummernplatzhalter 4"/>
          <p:cNvSpPr txBox="1">
            <a:spLocks/>
          </p:cNvSpPr>
          <p:nvPr userDrawn="1"/>
        </p:nvSpPr>
        <p:spPr>
          <a:xfrm>
            <a:off x="185051" y="5002020"/>
            <a:ext cx="395536" cy="148755"/>
          </a:xfrm>
          <a:prstGeom prst="rect">
            <a:avLst/>
          </a:prstGeom>
        </p:spPr>
        <p:txBody>
          <a:bodyPr lIns="0" anchor="b"/>
          <a:lstStyle>
            <a:lvl1pPr algn="ctr">
              <a:defRPr sz="1000" dirty="0" smtClean="0">
                <a:solidFill>
                  <a:schemeClr val="tx1"/>
                </a:solidFill>
                <a:latin typeface="Calibri" pitchFamily="34" charset="0"/>
                <a:cs typeface="Calibri" pitchFamily="34" charset="0"/>
              </a:defRPr>
            </a:lvl1pPr>
            <a:extLst/>
          </a:lstStyle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BBD1D81-3A86-4C7E-B9C1-FF8E182250D9}" type="slidenum">
              <a:rPr kumimoji="0" lang="de-DE" sz="45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lanPro-Book" panose="020B0604020101020102" pitchFamily="34" charset="0"/>
                <a:ea typeface="+mn-ea"/>
                <a:cs typeface="Calibri" pitchFamily="34" charset="0"/>
              </a:rPr>
              <a:pPr marL="0" marR="0" lvl="0" indent="0" algn="ctr" defTabSz="6858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de-DE" sz="45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lanPro-Book" panose="020B0604020101020102" pitchFamily="34" charset="0"/>
              <a:ea typeface="+mn-ea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85438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831" r:id="rId2"/>
    <p:sldLayoutId id="2147483813" r:id="rId3"/>
    <p:sldLayoutId id="2147483827" r:id="rId4"/>
    <p:sldLayoutId id="2147483828" r:id="rId5"/>
    <p:sldLayoutId id="2147483829" r:id="rId6"/>
    <p:sldLayoutId id="2147483830" r:id="rId7"/>
    <p:sldLayoutId id="2147483790" r:id="rId8"/>
  </p:sldLayoutIdLst>
  <p:hf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lang="en-US" sz="1800" kern="1200" baseline="0" dirty="0">
          <a:solidFill>
            <a:schemeClr val="tx1"/>
          </a:solidFill>
          <a:effectLst/>
          <a:latin typeface="ClanPro-BoldItalic" charset="0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25">
          <a:solidFill>
            <a:srgbClr val="000000"/>
          </a:solidFill>
          <a:latin typeface="Calibri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25">
          <a:solidFill>
            <a:srgbClr val="000000"/>
          </a:solidFill>
          <a:latin typeface="Calibri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25">
          <a:solidFill>
            <a:srgbClr val="000000"/>
          </a:solidFill>
          <a:latin typeface="Calibri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25">
          <a:solidFill>
            <a:srgbClr val="000000"/>
          </a:solidFill>
          <a:latin typeface="Calibri" pitchFamily="34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3225">
          <a:solidFill>
            <a:srgbClr val="000000"/>
          </a:solidFill>
          <a:latin typeface="Calibri" pitchFamily="34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3225">
          <a:solidFill>
            <a:srgbClr val="000000"/>
          </a:solidFill>
          <a:latin typeface="Calibri" pitchFamily="34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3225">
          <a:solidFill>
            <a:srgbClr val="000000"/>
          </a:solidFill>
          <a:latin typeface="Calibri" pitchFamily="34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3225">
          <a:solidFill>
            <a:srgbClr val="000000"/>
          </a:solidFill>
          <a:latin typeface="Calibri" pitchFamily="34" charset="0"/>
        </a:defRPr>
      </a:lvl9pPr>
      <a:extLst/>
    </p:titleStyle>
    <p:bodyStyle>
      <a:lvl1pPr marL="270272" indent="-270272" algn="l" rtl="0" eaLnBrk="1" fontAlgn="base" hangingPunct="1">
        <a:spcBef>
          <a:spcPts val="450"/>
        </a:spcBef>
        <a:spcAft>
          <a:spcPct val="0"/>
        </a:spcAft>
        <a:buClr>
          <a:schemeClr val="accent3">
            <a:lumMod val="50000"/>
          </a:schemeClr>
        </a:buClr>
        <a:buSzPct val="100000"/>
        <a:buFontTx/>
        <a:buBlip>
          <a:blip r:embed="rId13"/>
        </a:buBlip>
        <a:defRPr lang="de-DE" sz="1800" kern="1200" baseline="0" dirty="0" smtClean="0">
          <a:solidFill>
            <a:schemeClr val="tx1"/>
          </a:solidFill>
          <a:latin typeface="ClanPro-BoldItalic" charset="0"/>
          <a:ea typeface="+mn-ea"/>
          <a:cs typeface="+mn-cs"/>
        </a:defRPr>
      </a:lvl1pPr>
      <a:lvl2pPr marL="540000" indent="-243000" algn="l" rtl="0" eaLnBrk="1" fontAlgn="base" hangingPunct="1">
        <a:spcBef>
          <a:spcPts val="450"/>
        </a:spcBef>
        <a:spcAft>
          <a:spcPct val="0"/>
        </a:spcAft>
        <a:buClr>
          <a:schemeClr val="accent3">
            <a:lumMod val="50000"/>
          </a:schemeClr>
        </a:buClr>
        <a:buSzPct val="100000"/>
        <a:buFontTx/>
        <a:buBlip>
          <a:blip r:embed="rId13"/>
        </a:buBlip>
        <a:defRPr lang="de-DE" sz="1500" kern="1200" baseline="0" dirty="0" smtClean="0">
          <a:solidFill>
            <a:schemeClr val="tx1"/>
          </a:solidFill>
          <a:latin typeface="ClanPro-BoldItalic" charset="0"/>
          <a:ea typeface="+mn-ea"/>
          <a:cs typeface="+mn-cs"/>
        </a:defRPr>
      </a:lvl2pPr>
      <a:lvl3pPr marL="702000" indent="-17145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Tx/>
        <a:buBlip>
          <a:blip r:embed="rId13"/>
        </a:buBlip>
        <a:defRPr sz="1200" kern="1200" baseline="0">
          <a:solidFill>
            <a:schemeClr val="tx1"/>
          </a:solidFill>
          <a:latin typeface="ClanPro-BoldItalic" charset="0"/>
          <a:ea typeface="+mn-ea"/>
          <a:cs typeface="+mn-cs"/>
        </a:defRPr>
      </a:lvl3pPr>
      <a:lvl4pPr marL="822722" indent="-129779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Tx/>
        <a:buBlip>
          <a:blip r:embed="rId13"/>
        </a:buBlip>
        <a:defRPr sz="1200" kern="1200" baseline="0">
          <a:solidFill>
            <a:schemeClr val="tx1"/>
          </a:solidFill>
          <a:latin typeface="ClanPro-BoldItalic" charset="0"/>
          <a:ea typeface="+mn-ea"/>
          <a:cs typeface="+mn-cs"/>
        </a:defRPr>
      </a:lvl4pPr>
      <a:lvl5pPr marL="972741" indent="-136922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Tx/>
        <a:buBlip>
          <a:blip r:embed="rId13"/>
        </a:buBlip>
        <a:defRPr sz="1200" kern="1200" baseline="0">
          <a:solidFill>
            <a:schemeClr val="tx1"/>
          </a:solidFill>
          <a:latin typeface="ClanPro-BoldItalic" charset="0"/>
          <a:ea typeface="+mn-ea"/>
          <a:cs typeface="+mn-cs"/>
        </a:defRPr>
      </a:lvl5pPr>
      <a:lvl6pPr marL="1131570" indent="-13716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289304" indent="-13716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440180" indent="-13716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1597914" indent="-13716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  <p15:guide id="2" orient="horz" pos="1620" userDrawn="1">
          <p15:clr>
            <a:srgbClr val="F26B43"/>
          </p15:clr>
        </p15:guide>
        <p15:guide id="3" pos="158" userDrawn="1">
          <p15:clr>
            <a:srgbClr val="F26B43"/>
          </p15:clr>
        </p15:guide>
        <p15:guide id="4" pos="2993" userDrawn="1">
          <p15:clr>
            <a:srgbClr val="F26B43"/>
          </p15:clr>
        </p15:guide>
        <p15:guide id="5" orient="horz" pos="1960" userDrawn="1">
          <p15:clr>
            <a:srgbClr val="F26B43"/>
          </p15:clr>
        </p15:guide>
        <p15:guide id="6" pos="3107" userDrawn="1">
          <p15:clr>
            <a:srgbClr val="F26B43"/>
          </p15:clr>
        </p15:guide>
        <p15:guide id="7" pos="3901" userDrawn="1">
          <p15:clr>
            <a:srgbClr val="F26B43"/>
          </p15:clr>
        </p15:guide>
        <p15:guide id="8" pos="4241" userDrawn="1">
          <p15:clr>
            <a:srgbClr val="F26B43"/>
          </p15:clr>
        </p15:guide>
        <p15:guide id="9" pos="4581" userDrawn="1">
          <p15:clr>
            <a:srgbClr val="F26B43"/>
          </p15:clr>
        </p15:guide>
        <p15:guide id="10" pos="4921" userDrawn="1">
          <p15:clr>
            <a:srgbClr val="F26B43"/>
          </p15:clr>
        </p15:guide>
        <p15:guide id="11" pos="5261" userDrawn="1">
          <p15:clr>
            <a:srgbClr val="F26B43"/>
          </p15:clr>
        </p15:guide>
        <p15:guide id="12" pos="5602" userDrawn="1">
          <p15:clr>
            <a:srgbClr val="F26B43"/>
          </p15:clr>
        </p15:guide>
        <p15:guide id="13" pos="2540" userDrawn="1">
          <p15:clr>
            <a:srgbClr val="F26B43"/>
          </p15:clr>
        </p15:guide>
        <p15:guide id="14" pos="2200" userDrawn="1">
          <p15:clr>
            <a:srgbClr val="F26B43"/>
          </p15:clr>
        </p15:guide>
        <p15:guide id="15" pos="1859" userDrawn="1">
          <p15:clr>
            <a:srgbClr val="F26B43"/>
          </p15:clr>
        </p15:guide>
        <p15:guide id="16" pos="1519" userDrawn="1">
          <p15:clr>
            <a:srgbClr val="F26B43"/>
          </p15:clr>
        </p15:guide>
        <p15:guide id="17" pos="1179" userDrawn="1">
          <p15:clr>
            <a:srgbClr val="F26B43"/>
          </p15:clr>
        </p15:guide>
        <p15:guide id="18" pos="839" userDrawn="1">
          <p15:clr>
            <a:srgbClr val="F26B43"/>
          </p15:clr>
        </p15:guide>
        <p15:guide id="19" pos="499" userDrawn="1">
          <p15:clr>
            <a:srgbClr val="F26B43"/>
          </p15:clr>
        </p15:guide>
        <p15:guide id="20" orient="horz" pos="2300" userDrawn="1">
          <p15:clr>
            <a:srgbClr val="F26B43"/>
          </p15:clr>
        </p15:guide>
        <p15:guide id="21" orient="horz" pos="2641" userDrawn="1">
          <p15:clr>
            <a:srgbClr val="F26B43"/>
          </p15:clr>
        </p15:guide>
        <p15:guide id="22" orient="horz" pos="2981" userDrawn="1">
          <p15:clr>
            <a:srgbClr val="F26B43"/>
          </p15:clr>
        </p15:guide>
        <p15:guide id="23" orient="horz" pos="1280" userDrawn="1">
          <p15:clr>
            <a:srgbClr val="F26B43"/>
          </p15:clr>
        </p15:guide>
        <p15:guide id="24" orient="horz" pos="940" userDrawn="1">
          <p15:clr>
            <a:srgbClr val="F26B43"/>
          </p15:clr>
        </p15:guide>
        <p15:guide id="25" orient="horz" pos="599" userDrawn="1">
          <p15:clr>
            <a:srgbClr val="F26B43"/>
          </p15:clr>
        </p15:guide>
        <p15:guide id="26" orient="horz" pos="259" userDrawn="1">
          <p15:clr>
            <a:srgbClr val="F26B43"/>
          </p15:clr>
        </p15:guide>
        <p15:guide id="27" pos="3220" userDrawn="1">
          <p15:clr>
            <a:srgbClr val="F26B43"/>
          </p15:clr>
        </p15:guide>
        <p15:guide id="28" pos="3334" userDrawn="1">
          <p15:clr>
            <a:srgbClr val="F26B43"/>
          </p15:clr>
        </p15:guide>
        <p15:guide id="29" pos="3447" userDrawn="1">
          <p15:clr>
            <a:srgbClr val="F26B43"/>
          </p15:clr>
        </p15:guide>
        <p15:guide id="30" pos="3560" userDrawn="1">
          <p15:clr>
            <a:srgbClr val="F26B43"/>
          </p15:clr>
        </p15:guide>
        <p15:guide id="31" pos="3674" userDrawn="1">
          <p15:clr>
            <a:srgbClr val="F26B43"/>
          </p15:clr>
        </p15:guide>
        <p15:guide id="32" pos="3787" userDrawn="1">
          <p15:clr>
            <a:srgbClr val="F26B43"/>
          </p15:clr>
        </p15:guide>
        <p15:guide id="33" pos="4014" userDrawn="1">
          <p15:clr>
            <a:srgbClr val="F26B43"/>
          </p15:clr>
        </p15:guide>
        <p15:guide id="34" pos="4127" userDrawn="1">
          <p15:clr>
            <a:srgbClr val="F26B43"/>
          </p15:clr>
        </p15:guide>
        <p15:guide id="35" pos="4354" userDrawn="1">
          <p15:clr>
            <a:srgbClr val="F26B43"/>
          </p15:clr>
        </p15:guide>
        <p15:guide id="36" pos="4468" userDrawn="1">
          <p15:clr>
            <a:srgbClr val="F26B43"/>
          </p15:clr>
        </p15:guide>
        <p15:guide id="37" pos="4694" userDrawn="1">
          <p15:clr>
            <a:srgbClr val="F26B43"/>
          </p15:clr>
        </p15:guide>
        <p15:guide id="38" pos="4808" userDrawn="1">
          <p15:clr>
            <a:srgbClr val="F26B43"/>
          </p15:clr>
        </p15:guide>
        <p15:guide id="39" pos="5035" userDrawn="1">
          <p15:clr>
            <a:srgbClr val="F26B43"/>
          </p15:clr>
        </p15:guide>
        <p15:guide id="40" pos="5148" userDrawn="1">
          <p15:clr>
            <a:srgbClr val="F26B43"/>
          </p15:clr>
        </p15:guide>
        <p15:guide id="41" pos="5375" userDrawn="1">
          <p15:clr>
            <a:srgbClr val="F26B43"/>
          </p15:clr>
        </p15:guide>
        <p15:guide id="42" pos="5488" userDrawn="1">
          <p15:clr>
            <a:srgbClr val="F26B43"/>
          </p15:clr>
        </p15:guide>
        <p15:guide id="43" pos="2767" userDrawn="1">
          <p15:clr>
            <a:srgbClr val="F26B43"/>
          </p15:clr>
        </p15:guide>
        <p15:guide id="44" pos="2653" userDrawn="1">
          <p15:clr>
            <a:srgbClr val="F26B43"/>
          </p15:clr>
        </p15:guide>
        <p15:guide id="45" pos="2426" userDrawn="1">
          <p15:clr>
            <a:srgbClr val="F26B43"/>
          </p15:clr>
        </p15:guide>
        <p15:guide id="46" pos="2313" userDrawn="1">
          <p15:clr>
            <a:srgbClr val="F26B43"/>
          </p15:clr>
        </p15:guide>
        <p15:guide id="47" pos="2086" userDrawn="1">
          <p15:clr>
            <a:srgbClr val="F26B43"/>
          </p15:clr>
        </p15:guide>
        <p15:guide id="48" pos="1973" userDrawn="1">
          <p15:clr>
            <a:srgbClr val="F26B43"/>
          </p15:clr>
        </p15:guide>
        <p15:guide id="49" pos="1746" userDrawn="1">
          <p15:clr>
            <a:srgbClr val="F26B43"/>
          </p15:clr>
        </p15:guide>
        <p15:guide id="50" pos="1633" userDrawn="1">
          <p15:clr>
            <a:srgbClr val="F26B43"/>
          </p15:clr>
        </p15:guide>
        <p15:guide id="51" pos="1406" userDrawn="1">
          <p15:clr>
            <a:srgbClr val="F26B43"/>
          </p15:clr>
        </p15:guide>
        <p15:guide id="52" pos="1292" userDrawn="1">
          <p15:clr>
            <a:srgbClr val="F26B43"/>
          </p15:clr>
        </p15:guide>
        <p15:guide id="53" pos="1066" userDrawn="1">
          <p15:clr>
            <a:srgbClr val="F26B43"/>
          </p15:clr>
        </p15:guide>
        <p15:guide id="54" pos="952" userDrawn="1">
          <p15:clr>
            <a:srgbClr val="F26B43"/>
          </p15:clr>
        </p15:guide>
        <p15:guide id="55" pos="725" userDrawn="1">
          <p15:clr>
            <a:srgbClr val="F26B43"/>
          </p15:clr>
        </p15:guide>
        <p15:guide id="56" pos="612" userDrawn="1">
          <p15:clr>
            <a:srgbClr val="F26B43"/>
          </p15:clr>
        </p15:guide>
        <p15:guide id="57" pos="385" userDrawn="1">
          <p15:clr>
            <a:srgbClr val="F26B43"/>
          </p15:clr>
        </p15:guide>
        <p15:guide id="58" pos="272" userDrawn="1">
          <p15:clr>
            <a:srgbClr val="F26B43"/>
          </p15:clr>
        </p15:guide>
        <p15:guide id="59" orient="horz" pos="1507" userDrawn="1">
          <p15:clr>
            <a:srgbClr val="F26B43"/>
          </p15:clr>
        </p15:guide>
        <p15:guide id="60" orient="horz" pos="1393" userDrawn="1">
          <p15:clr>
            <a:srgbClr val="F26B43"/>
          </p15:clr>
        </p15:guide>
        <p15:guide id="61" orient="horz" pos="1166" userDrawn="1">
          <p15:clr>
            <a:srgbClr val="F26B43"/>
          </p15:clr>
        </p15:guide>
        <p15:guide id="62" orient="horz" pos="1053" userDrawn="1">
          <p15:clr>
            <a:srgbClr val="F26B43"/>
          </p15:clr>
        </p15:guide>
        <p15:guide id="63" orient="horz" pos="826" userDrawn="1">
          <p15:clr>
            <a:srgbClr val="F26B43"/>
          </p15:clr>
        </p15:guide>
        <p15:guide id="64" orient="horz" pos="713" userDrawn="1">
          <p15:clr>
            <a:srgbClr val="F26B43"/>
          </p15:clr>
        </p15:guide>
        <p15:guide id="65" orient="horz" pos="486" userDrawn="1">
          <p15:clr>
            <a:srgbClr val="F26B43"/>
          </p15:clr>
        </p15:guide>
        <p15:guide id="66" orient="horz" pos="373" userDrawn="1">
          <p15:clr>
            <a:srgbClr val="F26B43"/>
          </p15:clr>
        </p15:guide>
        <p15:guide id="67" orient="horz" pos="146" userDrawn="1">
          <p15:clr>
            <a:srgbClr val="F26B43"/>
          </p15:clr>
        </p15:guide>
        <p15:guide id="68" orient="horz" pos="1733" userDrawn="1">
          <p15:clr>
            <a:srgbClr val="F26B43"/>
          </p15:clr>
        </p15:guide>
        <p15:guide id="69" orient="horz" pos="1847" userDrawn="1">
          <p15:clr>
            <a:srgbClr val="F26B43"/>
          </p15:clr>
        </p15:guide>
        <p15:guide id="70" orient="horz" pos="2074" userDrawn="1">
          <p15:clr>
            <a:srgbClr val="F26B43"/>
          </p15:clr>
        </p15:guide>
        <p15:guide id="71" orient="horz" pos="2187" userDrawn="1">
          <p15:clr>
            <a:srgbClr val="F26B43"/>
          </p15:clr>
        </p15:guide>
        <p15:guide id="72" orient="horz" pos="2414" userDrawn="1">
          <p15:clr>
            <a:srgbClr val="F26B43"/>
          </p15:clr>
        </p15:guide>
        <p15:guide id="73" orient="horz" pos="2527" userDrawn="1">
          <p15:clr>
            <a:srgbClr val="F26B43"/>
          </p15:clr>
        </p15:guide>
        <p15:guide id="74" orient="horz" pos="2754" userDrawn="1">
          <p15:clr>
            <a:srgbClr val="F26B43"/>
          </p15:clr>
        </p15:guide>
        <p15:guide id="75" orient="horz" pos="2867" userDrawn="1">
          <p15:clr>
            <a:srgbClr val="F26B43"/>
          </p15:clr>
        </p15:guide>
        <p15:guide id="76" orient="horz" pos="311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819A1460-68DE-A40E-FE43-DF0F9CC3CCB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 bwMode="black">
          <a:xfrm>
            <a:off x="7960201" y="415085"/>
            <a:ext cx="688500" cy="156812"/>
          </a:xfrm>
          <a:prstGeom prst="rect">
            <a:avLst/>
          </a:prstGeom>
        </p:spPr>
      </p:pic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2522496-07C9-F3C1-FF06-976309744392}"/>
              </a:ext>
            </a:extLst>
          </p:cNvPr>
          <p:cNvSpPr>
            <a:spLocks noGrp="1"/>
          </p:cNvSpPr>
          <p:nvPr>
            <p:ph type="title"/>
          </p:nvPr>
        </p:nvSpPr>
        <p:spPr bwMode="gray">
          <a:xfrm>
            <a:off x="521494" y="358197"/>
            <a:ext cx="7308506" cy="243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9CAB9B3-6B51-38BD-33A5-AB1422C46098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gray">
          <a:xfrm>
            <a:off x="521494" y="4873500"/>
            <a:ext cx="2057400" cy="135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ct val="90000"/>
              </a:lnSpc>
              <a:defRPr sz="9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6EA1A8D4-F339-1D42-B6A1-404319182110}" type="datetime1">
              <a:rPr lang="en-US" smtClean="0"/>
              <a:t>8/29/2026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6A2E542-4111-C4BA-1DB8-B5C5195F39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 bwMode="gray">
          <a:xfrm>
            <a:off x="3222507" y="4873500"/>
            <a:ext cx="5400000" cy="135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0000"/>
              </a:lnSpc>
              <a:defRPr sz="9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de-DE"/>
              <a:t>Presentation for Apple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DDAB289-6D23-B1DC-237F-C30DC7EBA6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8730462" y="4873500"/>
            <a:ext cx="324000" cy="135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lnSpc>
                <a:spcPct val="90000"/>
              </a:lnSpc>
              <a:defRPr sz="9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1A2CFED3-8F6A-4617-95E5-25D21BE72BEB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64CA6163-C3DF-94F4-D4F3-D1F06DCE474F}"/>
              </a:ext>
            </a:extLst>
          </p:cNvPr>
          <p:cNvSpPr>
            <a:spLocks noGrp="1"/>
          </p:cNvSpPr>
          <p:nvPr>
            <p:ph type="body" idx="1"/>
          </p:nvPr>
        </p:nvSpPr>
        <p:spPr bwMode="gray">
          <a:xfrm>
            <a:off x="521494" y="844153"/>
            <a:ext cx="8101013" cy="388909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>
              <a:buFontTx/>
            </a:pPr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  <a:p>
            <a:pPr lvl="7">
              <a:tabLst>
                <a:tab pos="271463" algn="l"/>
              </a:tabLst>
            </a:pPr>
            <a:r>
              <a:rPr lang="de-DE"/>
              <a:t>Achte Ebene</a:t>
            </a:r>
          </a:p>
          <a:p>
            <a:pPr lvl="8"/>
            <a:r>
              <a:rPr lang="de-DE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702106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  <p:sldLayoutId id="2147483852" r:id="rId18"/>
    <p:sldLayoutId id="2147483853" r:id="rId19"/>
    <p:sldLayoutId id="2147483854" r:id="rId20"/>
    <p:sldLayoutId id="2147483855" r:id="rId21"/>
    <p:sldLayoutId id="2147483856" r:id="rId22"/>
    <p:sldLayoutId id="2147483857" r:id="rId23"/>
    <p:sldLayoutId id="2147483858" r:id="rId24"/>
    <p:sldLayoutId id="2147483859" r:id="rId25"/>
    <p:sldLayoutId id="2147483860" r:id="rId26"/>
    <p:sldLayoutId id="2147483861" r:id="rId27"/>
    <p:sldLayoutId id="2147483862" r:id="rId28"/>
    <p:sldLayoutId id="2147483863" r:id="rId29"/>
    <p:sldLayoutId id="2147483864" r:id="rId30"/>
    <p:sldLayoutId id="2147483865" r:id="rId31"/>
    <p:sldLayoutId id="2147483866" r:id="rId32"/>
    <p:sldLayoutId id="2147483867" r:id="rId33"/>
    <p:sldLayoutId id="2147483868" r:id="rId34"/>
    <p:sldLayoutId id="2147483869" r:id="rId35"/>
    <p:sldLayoutId id="2147483870" r:id="rId36"/>
    <p:sldLayoutId id="2147483871" r:id="rId37"/>
    <p:sldLayoutId id="2147483872" r:id="rId38"/>
    <p:sldLayoutId id="2147483873" r:id="rId39"/>
    <p:sldLayoutId id="2147483874" r:id="rId40"/>
    <p:sldLayoutId id="2147483875" r:id="rId41"/>
    <p:sldLayoutId id="2147483876" r:id="rId42"/>
    <p:sldLayoutId id="2147483877" r:id="rId43"/>
    <p:sldLayoutId id="2147483878" r:id="rId44"/>
    <p:sldLayoutId id="2147483879" r:id="rId45"/>
    <p:sldLayoutId id="2147483905" r:id="rId46"/>
    <p:sldLayoutId id="2147483880" r:id="rId47"/>
    <p:sldLayoutId id="2147483881" r:id="rId48"/>
    <p:sldLayoutId id="2147483882" r:id="rId49"/>
    <p:sldLayoutId id="2147483883" r:id="rId50"/>
    <p:sldLayoutId id="2147483884" r:id="rId51"/>
    <p:sldLayoutId id="2147483885" r:id="rId52"/>
    <p:sldLayoutId id="2147483886" r:id="rId53"/>
    <p:sldLayoutId id="2147483887" r:id="rId54"/>
    <p:sldLayoutId id="2147483888" r:id="rId55"/>
    <p:sldLayoutId id="2147483889" r:id="rId56"/>
    <p:sldLayoutId id="2147483890" r:id="rId57"/>
    <p:sldLayoutId id="2147483891" r:id="rId58"/>
    <p:sldLayoutId id="2147483892" r:id="rId59"/>
    <p:sldLayoutId id="2147483893" r:id="rId60"/>
    <p:sldLayoutId id="2147483894" r:id="rId61"/>
    <p:sldLayoutId id="2147483895" r:id="rId62"/>
    <p:sldLayoutId id="2147483896" r:id="rId63"/>
    <p:sldLayoutId id="2147483897" r:id="rId64"/>
    <p:sldLayoutId id="2147483898" r:id="rId65"/>
    <p:sldLayoutId id="2147483899" r:id="rId66"/>
    <p:sldLayoutId id="2147483900" r:id="rId67"/>
    <p:sldLayoutId id="2147483901" r:id="rId68"/>
  </p:sldLayoutIdLst>
  <p:hf hdr="0" dt="0"/>
  <p:txStyles>
    <p:titleStyle>
      <a:lvl1pPr algn="l" defTabSz="685800" rtl="0" eaLnBrk="1" latinLnBrk="0" hangingPunct="1">
        <a:lnSpc>
          <a:spcPct val="80000"/>
        </a:lnSpc>
        <a:spcBef>
          <a:spcPct val="0"/>
        </a:spcBef>
        <a:buNone/>
        <a:defRPr lang="de-DE" sz="2250" kern="1200" cap="none" spc="45" baseline="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Tx/>
        <a:buNone/>
        <a:defRPr lang="de-DE" sz="1200" kern="1200" spc="30" baseline="0" noProof="0" dirty="0">
          <a:solidFill>
            <a:schemeClr val="tx1"/>
          </a:solidFill>
          <a:latin typeface="+mn-lt"/>
          <a:ea typeface="+mn-ea"/>
          <a:cs typeface="+mn-cs"/>
        </a:defRPr>
      </a:lvl1pPr>
      <a:lvl2pPr marL="162000" indent="-162000" algn="l" defTabSz="685800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Clr>
          <a:schemeClr val="tx2"/>
        </a:buClr>
        <a:buSzPct val="85000"/>
        <a:buFont typeface="Wingdings" panose="05000000000000000000" pitchFamily="2" charset="2"/>
        <a:buChar char="§"/>
        <a:defRPr lang="de-DE" sz="1200" kern="1200" spc="30" baseline="0" noProof="0" dirty="0">
          <a:solidFill>
            <a:schemeClr val="tx1"/>
          </a:solidFill>
          <a:latin typeface="+mn-lt"/>
          <a:ea typeface="+mn-ea"/>
          <a:cs typeface="+mn-cs"/>
        </a:defRPr>
      </a:lvl2pPr>
      <a:lvl3pPr marL="324000" indent="-162000" algn="l" defTabSz="685800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Clr>
          <a:schemeClr val="tx2"/>
        </a:buClr>
        <a:buSzPct val="85000"/>
        <a:buFont typeface="Wingdings" panose="05000000000000000000" pitchFamily="2" charset="2"/>
        <a:buChar char="§"/>
        <a:defRPr lang="de-DE" sz="1200" kern="1200" spc="30" baseline="0" noProof="0" dirty="0">
          <a:solidFill>
            <a:schemeClr val="tx1"/>
          </a:solidFill>
          <a:latin typeface="+mn-lt"/>
          <a:ea typeface="+mn-ea"/>
          <a:cs typeface="+mn-cs"/>
        </a:defRPr>
      </a:lvl3pPr>
      <a:lvl4pPr marL="486000" indent="-162000" algn="l" defTabSz="685800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Clr>
          <a:schemeClr val="tx2"/>
        </a:buClr>
        <a:buSzPct val="85000"/>
        <a:buFont typeface="Wingdings" panose="05000000000000000000" pitchFamily="2" charset="2"/>
        <a:buChar char="§"/>
        <a:defRPr lang="de-DE" sz="1200" kern="1200" cap="none" spc="30" baseline="0" noProof="0" dirty="0">
          <a:solidFill>
            <a:schemeClr val="tx1"/>
          </a:solidFill>
          <a:latin typeface="+mn-lt"/>
          <a:ea typeface="+mn-ea"/>
          <a:cs typeface="+mn-cs"/>
        </a:defRPr>
      </a:lvl4pPr>
      <a:lvl5pPr marL="648000" indent="-162000" algn="l" defTabSz="685800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Clr>
          <a:schemeClr val="tx2"/>
        </a:buClr>
        <a:buSzPct val="85000"/>
        <a:buFont typeface="Wingdings" panose="05000000000000000000" pitchFamily="2" charset="2"/>
        <a:buChar char="§"/>
        <a:defRPr lang="de-DE" sz="1200" kern="1200" spc="30" baseline="0" noProof="0" dirty="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Arial" panose="020B0604020202020204" pitchFamily="34" charset="0"/>
        <a:buNone/>
        <a:defRPr lang="de-DE" sz="1500" kern="1200" cap="none" spc="30" baseline="0" noProof="0" dirty="0">
          <a:solidFill>
            <a:schemeClr val="tx1"/>
          </a:solidFill>
          <a:latin typeface="+mj-lt"/>
          <a:ea typeface="+mn-ea"/>
          <a:cs typeface="+mn-cs"/>
        </a:defRPr>
      </a:lvl6pPr>
      <a:lvl7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Arial" panose="020B0604020202020204" pitchFamily="34" charset="0"/>
        <a:buNone/>
        <a:defRPr lang="de-DE" sz="1200" kern="1200" spc="30" baseline="0" noProof="0" dirty="0">
          <a:solidFill>
            <a:schemeClr val="tx1"/>
          </a:solidFill>
          <a:latin typeface="+mj-lt"/>
          <a:ea typeface="+mn-ea"/>
          <a:cs typeface="+mn-cs"/>
        </a:defRPr>
      </a:lvl7pPr>
      <a:lvl8pPr marL="270000" indent="-270000" algn="l" defTabSz="685800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Tx/>
        <a:buBlip>
          <a:blip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</a:buBlip>
        <a:defRPr lang="de-DE" sz="1500" kern="1200" cap="none" spc="30" baseline="0" noProof="0" dirty="0">
          <a:solidFill>
            <a:schemeClr val="tx2"/>
          </a:solidFill>
          <a:latin typeface="+mj-lt"/>
          <a:ea typeface="+mn-ea"/>
          <a:cs typeface="+mn-cs"/>
        </a:defRPr>
      </a:lvl8pPr>
      <a:lvl9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450"/>
        </a:spcAft>
        <a:buFont typeface="Arial" panose="020B0604020202020204" pitchFamily="34" charset="0"/>
        <a:buNone/>
        <a:defRPr lang="de-DE" sz="1500" kern="1200" cap="none" spc="75" baseline="0" noProof="0" dirty="0">
          <a:solidFill>
            <a:schemeClr val="tx2"/>
          </a:solidFill>
          <a:latin typeface="+mj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09">
          <p15:clr>
            <a:srgbClr val="F26B43"/>
          </p15:clr>
        </p15:guide>
        <p15:guide id="2" pos="438">
          <p15:clr>
            <a:srgbClr val="F26B43"/>
          </p15:clr>
        </p15:guide>
        <p15:guide id="3" pos="7242">
          <p15:clr>
            <a:srgbClr val="F26B43"/>
          </p15:clr>
        </p15:guide>
        <p15:guide id="4" orient="horz" pos="527">
          <p15:clr>
            <a:srgbClr val="F26B43"/>
          </p15:clr>
        </p15:guide>
        <p15:guide id="5" orient="horz" pos="3974">
          <p15:clr>
            <a:srgbClr val="F26B43"/>
          </p15:clr>
        </p15:guide>
        <p15:guide id="8" orient="horz" pos="2387">
          <p15:clr>
            <a:srgbClr val="F26B43"/>
          </p15:clr>
        </p15:guide>
        <p15:guide id="10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Untertitel 4">
            <a:extLst>
              <a:ext uri="{FF2B5EF4-FFF2-40B4-BE49-F238E27FC236}">
                <a16:creationId xmlns:a16="http://schemas.microsoft.com/office/drawing/2014/main" id="{8E988EED-2D6D-FF6A-2016-A6796824A3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494" y="3930644"/>
            <a:ext cx="7722914" cy="270000"/>
          </a:xfrm>
        </p:spPr>
        <p:txBody>
          <a:bodyPr/>
          <a:lstStyle/>
          <a:p>
            <a:r>
              <a:rPr lang="de-DE" dirty="0" err="1"/>
              <a:t>AccsoCon</a:t>
            </a:r>
            <a:r>
              <a:rPr lang="de-DE" dirty="0"/>
              <a:t> 2026  | Neil Thompson &amp; Zachary Jackson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C5DD403E-A0BA-36E8-4C5F-D48D1C5AD41D}"/>
              </a:ext>
            </a:extLst>
          </p:cNvPr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endParaRPr lang="de-DE">
              <a:cs typeface="Calibri"/>
            </a:endParaRP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FC6D004-82CB-7133-3D0F-3C6405CA1FF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ZA" b="1" dirty="0"/>
              <a:t>Microsoft &amp; .NET </a:t>
            </a:r>
          </a:p>
          <a:p>
            <a:r>
              <a:rPr lang="en-ZA" b="1" dirty="0">
                <a:solidFill>
                  <a:schemeClr val="bg1"/>
                </a:solidFill>
              </a:rPr>
              <a:t>In </a:t>
            </a:r>
            <a:r>
              <a:rPr lang="de-DE" dirty="0">
                <a:solidFill>
                  <a:schemeClr val="bg1"/>
                </a:solidFill>
              </a:rPr>
              <a:t>South </a:t>
            </a:r>
            <a:r>
              <a:rPr lang="de-DE" dirty="0" err="1">
                <a:solidFill>
                  <a:schemeClr val="bg1"/>
                </a:solidFill>
              </a:rPr>
              <a:t>Africa</a:t>
            </a:r>
            <a:br>
              <a:rPr lang="de-DE" dirty="0">
                <a:solidFill>
                  <a:schemeClr val="bg1"/>
                </a:solidFill>
              </a:rPr>
            </a:br>
            <a:br>
              <a:rPr lang="de-DE" dirty="0">
                <a:solidFill>
                  <a:schemeClr val="bg1"/>
                </a:solidFill>
              </a:rPr>
            </a:br>
            <a:r>
              <a:rPr lang="en-ZA" sz="3200" b="1" dirty="0"/>
              <a:t>Still Relevant?</a:t>
            </a:r>
          </a:p>
          <a:p>
            <a:endParaRPr lang="de-DE" dirty="0">
              <a:solidFill>
                <a:schemeClr val="bg1"/>
              </a:solidFill>
              <a:cs typeface="Calibri bold"/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641C6D-E814-C285-6772-EFA115DAA52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13043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2ACAA-1856-C651-90BE-742976DC2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44A59F0A-BC4D-A619-FE2D-CBE1DF7A1B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493" y="544939"/>
            <a:ext cx="4881193" cy="383097"/>
          </a:xfrm>
        </p:spPr>
        <p:txBody>
          <a:bodyPr/>
          <a:lstStyle/>
          <a:p>
            <a:r>
              <a:rPr lang="en-ZA" dirty="0"/>
              <a:t>What we are covering today?</a:t>
            </a:r>
          </a:p>
          <a:p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5514D438-E93B-BBFD-263B-93B506A4FE5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30462" y="4873500"/>
            <a:ext cx="324000" cy="1350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A2CFED3-8F6A-4617-95E5-25D21BE72BEB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6577EE-FE06-F7DF-6205-DF7B8CFD5A1D}"/>
              </a:ext>
            </a:extLst>
          </p:cNvPr>
          <p:cNvSpPr txBox="1"/>
          <p:nvPr/>
        </p:nvSpPr>
        <p:spPr>
          <a:xfrm>
            <a:off x="729648" y="1061562"/>
            <a:ext cx="778245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ZA" sz="1600" b="1" dirty="0">
                <a:latin typeface="+mn-lt"/>
              </a:rPr>
              <a:t>Lay of the land</a:t>
            </a:r>
          </a:p>
          <a:p>
            <a:pPr lvl="1"/>
            <a:r>
              <a:rPr lang="en-US" sz="1200" dirty="0">
                <a:latin typeface="+mn-lt"/>
              </a:rPr>
              <a:t>Digital sovereignty, .NET in South Africa, and some of the work  </a:t>
            </a:r>
            <a:r>
              <a:rPr lang="en-US" sz="1200" dirty="0" err="1">
                <a:latin typeface="+mn-lt"/>
              </a:rPr>
              <a:t>Accso</a:t>
            </a:r>
            <a:r>
              <a:rPr lang="en-US" sz="1200" dirty="0">
                <a:latin typeface="+mn-lt"/>
              </a:rPr>
              <a:t> deliver using .NET</a:t>
            </a:r>
          </a:p>
          <a:p>
            <a:pPr lvl="1"/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lvl="0" indent="-285750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ZA" sz="1600" b="1" dirty="0">
                <a:latin typeface="+mn-lt"/>
              </a:rPr>
              <a:t>There's More Than APIs</a:t>
            </a:r>
            <a:br>
              <a:rPr lang="en-ZA" sz="1600" b="1" dirty="0">
                <a:latin typeface="+mn-lt"/>
              </a:rPr>
            </a:br>
            <a:r>
              <a:rPr lang="en-ZA" sz="1200" dirty="0">
                <a:latin typeface="+mn-lt"/>
              </a:rPr>
              <a:t>Blazor in the real world, Rocket Poker, and why the ecosystem matters more than ever in the age of AI coding agents</a:t>
            </a:r>
          </a:p>
          <a:p>
            <a:pPr lvl="0"/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marR="0" lvl="0" indent="-28575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AI in Your Solutions</a:t>
            </a:r>
          </a:p>
          <a:p>
            <a:pPr lvl="1">
              <a:defRPr/>
            </a:pPr>
            <a:r>
              <a:rPr lang="en-US" sz="1200" dirty="0">
                <a:solidFill>
                  <a:srgbClr val="000000"/>
                </a:solidFill>
                <a:latin typeface="+mn-lt"/>
              </a:rPr>
              <a:t>H</a:t>
            </a: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ow .NET makes AI integration practical for document processing, intelligent workflows, and real client delivery</a:t>
            </a:r>
          </a:p>
          <a:p>
            <a:pPr marL="285750" marR="0" lvl="0" indent="-28575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  <a:tabLst/>
              <a:defRPr/>
            </a:pP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lvl="0" indent="-285750">
              <a:buBlip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</a:buBlip>
            </a:pPr>
            <a:r>
              <a:rPr lang="en-ZA" sz="1600" b="1" dirty="0">
                <a:latin typeface="+mn-lt"/>
              </a:rPr>
              <a:t>The Community Proving It </a:t>
            </a:r>
          </a:p>
          <a:p>
            <a:pPr lvl="1"/>
            <a:r>
              <a:rPr lang="en-ZA" sz="1200" dirty="0">
                <a:latin typeface="+mn-lt"/>
              </a:rPr>
              <a:t>CPTMSDUG, the numbers, and how </a:t>
            </a:r>
            <a:r>
              <a:rPr lang="en-ZA" sz="1200" dirty="0" err="1">
                <a:latin typeface="+mn-lt"/>
              </a:rPr>
              <a:t>Accso</a:t>
            </a:r>
            <a:r>
              <a:rPr lang="en-ZA" sz="1200" dirty="0">
                <a:latin typeface="+mn-lt"/>
              </a:rPr>
              <a:t> is right at the heart of it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2DFA87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About 45 minutes. We will leave time for questions at the end.</a:t>
            </a:r>
            <a:endParaRPr kumimoji="0" lang="en-ZA" sz="1400" b="0" i="0" u="none" strike="noStrike" kern="1200" cap="none" spc="0" normalizeH="0" baseline="0" noProof="0" dirty="0">
              <a:ln>
                <a:noFill/>
              </a:ln>
              <a:solidFill>
                <a:srgbClr val="2DFA87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E99B0771-6147-CDC5-8A95-E28C221530B7}"/>
              </a:ext>
            </a:extLst>
          </p:cNvPr>
          <p:cNvSpPr/>
          <p:nvPr/>
        </p:nvSpPr>
        <p:spPr>
          <a:xfrm>
            <a:off x="521493" y="1061562"/>
            <a:ext cx="45719" cy="2543572"/>
          </a:xfrm>
          <a:prstGeom prst="rect">
            <a:avLst/>
          </a:prstGeom>
          <a:solidFill>
            <a:srgbClr val="2DFA8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4976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2D4A73C-6456-3477-48DD-10D9D30E5DC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ZA" b="1" dirty="0"/>
              <a:t>Lay of the land</a:t>
            </a:r>
          </a:p>
          <a:p>
            <a:r>
              <a:rPr lang="en-ZA" sz="1400" dirty="0">
                <a:solidFill>
                  <a:schemeClr val="bg1"/>
                </a:solidFill>
              </a:rPr>
              <a:t>Zachary</a:t>
            </a:r>
          </a:p>
        </p:txBody>
      </p:sp>
    </p:spTree>
    <p:extLst>
      <p:ext uri="{BB962C8B-B14F-4D97-AF65-F5344CB8AC3E}">
        <p14:creationId xmlns:p14="http://schemas.microsoft.com/office/powerpoint/2010/main" val="17875938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ADB4F-265A-ED7E-A351-D2DD78044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57CAC32E-57A8-429A-2A2D-6C1C5537F89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493" y="544939"/>
            <a:ext cx="6591340" cy="383097"/>
          </a:xfrm>
        </p:spPr>
        <p:txBody>
          <a:bodyPr/>
          <a:lstStyle/>
          <a:p>
            <a:r>
              <a:rPr lang="en-ZA" b="1" dirty="0"/>
              <a:t>Digital sovereignty</a:t>
            </a:r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4717E559-E5F7-B504-9C95-7372440CA094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30462" y="4873500"/>
            <a:ext cx="324000" cy="1350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A2CFED3-8F6A-4617-95E5-25D21BE72BEB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CF5596E-496A-E8D4-FA7B-A3AFD3C7CF98}"/>
              </a:ext>
            </a:extLst>
          </p:cNvPr>
          <p:cNvSpPr txBox="1"/>
          <p:nvPr/>
        </p:nvSpPr>
        <p:spPr>
          <a:xfrm>
            <a:off x="521493" y="1061562"/>
            <a:ext cx="8324814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Across Europe, the conversation around technology choices is evolving.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Questions around digital sovereignty, data residency, and dependency on U.S. </a:t>
            </a: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hyperscalers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are real and worth taking seriously.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Germany in particular has been thoughtful about evaluating these tradeoffs, and that is a sign of a mature engineering culture, not a rejection of good technology.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kumimoji="0" lang="en-US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6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Accso's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teams navigate this every day. The considerations are legitimate.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+mn-ea"/>
                <a:cs typeface="+mn-cs"/>
              </a:rPr>
              <a:t>This talk is not about that debate. It is about what is happening in South Africa and why it matters for all of us at 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charset="0"/>
                <a:ea typeface="+mn-ea"/>
                <a:cs typeface="+mn-cs"/>
              </a:rPr>
              <a:t>Accso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+mn-ea"/>
                <a:cs typeface="+mn-cs"/>
              </a:rPr>
              <a:t>.</a:t>
            </a:r>
            <a:endParaRPr kumimoji="0" lang="en-ZA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2657C953-E8E0-35EA-B7CD-B5C054D718A6}"/>
              </a:ext>
            </a:extLst>
          </p:cNvPr>
          <p:cNvSpPr/>
          <p:nvPr/>
        </p:nvSpPr>
        <p:spPr>
          <a:xfrm>
            <a:off x="521493" y="3663898"/>
            <a:ext cx="45719" cy="383097"/>
          </a:xfrm>
          <a:prstGeom prst="rect">
            <a:avLst/>
          </a:prstGeom>
          <a:solidFill>
            <a:srgbClr val="2DFA8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25192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02589-2691-08C6-8B9F-8E1F37DAD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4CA367AD-2295-B408-0D35-20B6E33ED51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493" y="544939"/>
            <a:ext cx="6591340" cy="383097"/>
          </a:xfrm>
        </p:spPr>
        <p:txBody>
          <a:bodyPr/>
          <a:lstStyle/>
          <a:p>
            <a:r>
              <a:rPr lang="en-ZA" b="1" dirty="0"/>
              <a:t>Some History</a:t>
            </a:r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A9772748-44E3-5BDD-A671-7576207BE1C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30462" y="4873500"/>
            <a:ext cx="324000" cy="1350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A2CFED3-8F6A-4617-95E5-25D21BE72BEB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BCF631-5034-66D8-B59F-27C3ACE2510D}"/>
              </a:ext>
            </a:extLst>
          </p:cNvPr>
          <p:cNvSpPr txBox="1"/>
          <p:nvPr/>
        </p:nvSpPr>
        <p:spPr>
          <a:xfrm>
            <a:off x="521493" y="1061562"/>
            <a:ext cx="832481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ZA" sz="1600" dirty="0">
                <a:latin typeface="+mn-lt"/>
              </a:rPr>
              <a:t>🏢 Microsoft opened its first </a:t>
            </a:r>
            <a:r>
              <a:rPr lang="en-ZA" sz="1600" b="1" dirty="0">
                <a:latin typeface="+mn-lt"/>
              </a:rPr>
              <a:t>African data centres</a:t>
            </a:r>
            <a:r>
              <a:rPr lang="en-ZA" sz="1600" dirty="0">
                <a:latin typeface="+mn-lt"/>
              </a:rPr>
              <a:t> in Johannesburg &amp; Cape Town in </a:t>
            </a:r>
            <a:r>
              <a:rPr lang="en-ZA" sz="1600" b="1" dirty="0">
                <a:latin typeface="+mn-lt"/>
              </a:rPr>
              <a:t>2019</a:t>
            </a:r>
            <a:r>
              <a:rPr lang="en-ZA" sz="1600" dirty="0">
                <a:latin typeface="+mn-lt"/>
              </a:rPr>
              <a:t>, a long-term commitment to the continent</a:t>
            </a:r>
          </a:p>
          <a:p>
            <a:pPr lvl="0"/>
            <a:endParaRPr lang="en-ZA" sz="1600" dirty="0">
              <a:latin typeface="+mn-lt"/>
            </a:endParaRPr>
          </a:p>
          <a:p>
            <a:pPr lvl="0"/>
            <a:r>
              <a:rPr lang="en-ZA" sz="1600" dirty="0">
                <a:latin typeface="+mn-lt"/>
              </a:rPr>
              <a:t>☁️ Azure is the </a:t>
            </a:r>
            <a:r>
              <a:rPr lang="en-ZA" sz="1600" b="1" dirty="0">
                <a:latin typeface="+mn-lt"/>
              </a:rPr>
              <a:t>#1 or #2</a:t>
            </a:r>
            <a:r>
              <a:rPr lang="en-ZA" sz="1600" dirty="0">
                <a:latin typeface="+mn-lt"/>
              </a:rPr>
              <a:t> cloud provider in SA enterprise</a:t>
            </a:r>
          </a:p>
          <a:p>
            <a:pPr lvl="0"/>
            <a:endParaRPr lang="en-ZA" sz="1600" dirty="0">
              <a:latin typeface="+mn-lt"/>
            </a:endParaRPr>
          </a:p>
          <a:p>
            <a:pPr lvl="0"/>
            <a:r>
              <a:rPr lang="en-ZA" sz="1600" dirty="0">
                <a:latin typeface="+mn-lt"/>
              </a:rPr>
              <a:t>🏦 JSE, FNB, Standard Bank, Nedbank — running on Microsoft stacks</a:t>
            </a:r>
          </a:p>
          <a:p>
            <a:pPr lvl="0"/>
            <a:endParaRPr lang="en-ZA" sz="1600" dirty="0">
              <a:latin typeface="+mn-lt"/>
            </a:endParaRPr>
          </a:p>
          <a:p>
            <a:pPr lvl="0"/>
            <a:r>
              <a:rPr lang="en-ZA" sz="1600" dirty="0">
                <a:latin typeface="+mn-lt"/>
              </a:rPr>
              <a:t>🏛️ Government digitisation — largely built on Microsoft platforms</a:t>
            </a:r>
          </a:p>
          <a:p>
            <a:pPr lvl="0"/>
            <a:endParaRPr lang="en-ZA" sz="1600" dirty="0">
              <a:latin typeface="+mn-lt"/>
            </a:endParaRPr>
          </a:p>
          <a:p>
            <a:pPr lvl="0"/>
            <a:r>
              <a:rPr lang="en-ZA" sz="1600" dirty="0">
                <a:latin typeface="+mn-lt"/>
              </a:rPr>
              <a:t>💼 .NET — among the </a:t>
            </a:r>
            <a:r>
              <a:rPr lang="en-ZA" sz="1600" b="1" dirty="0">
                <a:latin typeface="+mn-lt"/>
              </a:rPr>
              <a:t>most in-demand</a:t>
            </a:r>
            <a:r>
              <a:rPr lang="en-ZA" sz="1600" dirty="0">
                <a:latin typeface="+mn-lt"/>
              </a:rPr>
              <a:t> developer skills in the SA job market</a:t>
            </a:r>
          </a:p>
          <a:p>
            <a:pPr lvl="0"/>
            <a:endParaRPr lang="en-ZA" sz="1600" dirty="0">
              <a:latin typeface="+mn-lt"/>
            </a:endParaRPr>
          </a:p>
          <a:p>
            <a:pPr lvl="0"/>
            <a:r>
              <a:rPr lang="en-ZA" sz="1600" dirty="0">
                <a:latin typeface="+mn-lt"/>
              </a:rPr>
              <a:t>📊 C# — </a:t>
            </a:r>
            <a:r>
              <a:rPr lang="en-ZA" sz="1600" b="1" dirty="0">
                <a:latin typeface="+mn-lt"/>
              </a:rPr>
              <a:t>top 5</a:t>
            </a:r>
            <a:r>
              <a:rPr lang="en-ZA" sz="1600" dirty="0">
                <a:latin typeface="+mn-lt"/>
              </a:rPr>
              <a:t> most-used languages globally </a:t>
            </a:r>
            <a:r>
              <a:rPr lang="en-ZA" sz="1600" i="1" dirty="0">
                <a:latin typeface="+mn-lt"/>
              </a:rPr>
              <a:t>(Stack Overflow 2025)</a:t>
            </a:r>
            <a:endParaRPr lang="en-ZA" sz="1600" dirty="0">
              <a:latin typeface="+mn-lt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091403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F4E09-EBEB-C4C2-36E9-64971130E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8D1C1B49-7F37-9E5D-7960-8F3E1C67F7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493" y="544939"/>
            <a:ext cx="6591340" cy="383097"/>
          </a:xfrm>
        </p:spPr>
        <p:txBody>
          <a:bodyPr/>
          <a:lstStyle/>
          <a:p>
            <a:r>
              <a:rPr lang="en-ZA" b="1" dirty="0"/>
              <a:t>Some of our current work using .NET/C#</a:t>
            </a:r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694B6B9C-DC0F-432F-60A2-0201EC9A23C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30462" y="4873500"/>
            <a:ext cx="324000" cy="1350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A2CFED3-8F6A-4617-95E5-25D21BE72BEB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88892A-83C5-D921-7696-3CA7C9D1516C}"/>
              </a:ext>
            </a:extLst>
          </p:cNvPr>
          <p:cNvSpPr txBox="1"/>
          <p:nvPr/>
        </p:nvSpPr>
        <p:spPr>
          <a:xfrm>
            <a:off x="521493" y="1061562"/>
            <a:ext cx="832481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>
                <a:latin typeface="+mn-lt"/>
              </a:rPr>
              <a:t>The SA and Germany teams are part of the same company, and the .NET work we do in Cape Town is directly connected to clients our colleagues know well.</a:t>
            </a:r>
          </a:p>
          <a:p>
            <a:endParaRPr lang="en-ZA" sz="1600" dirty="0">
              <a:latin typeface="+mn-lt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ZA" sz="1600" b="1" dirty="0">
                <a:latin typeface="+mn-lt"/>
              </a:rPr>
              <a:t>ZDF</a:t>
            </a:r>
            <a:r>
              <a:rPr lang="en-ZA" sz="1600" dirty="0">
                <a:latin typeface="+mn-lt"/>
              </a:rPr>
              <a:t> — one of Germany's oldest public broadcasters. Built on .NET.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ZA" sz="1600" dirty="0">
              <a:latin typeface="+mn-lt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ZA" sz="1600" b="1" dirty="0">
                <a:latin typeface="+mn-lt"/>
              </a:rPr>
              <a:t>BAFA</a:t>
            </a:r>
            <a:r>
              <a:rPr lang="en-ZA" sz="1600" dirty="0">
                <a:latin typeface="+mn-lt"/>
              </a:rPr>
              <a:t> — German Federal Office for Economic Affairs. Production .NET.</a:t>
            </a:r>
          </a:p>
          <a:p>
            <a:pPr marL="285750" lvl="0" indent="-285750">
              <a:buFont typeface="Wingdings" panose="05000000000000000000" pitchFamily="2" charset="2"/>
              <a:buChar char="v"/>
            </a:pPr>
            <a:endParaRPr lang="en-ZA" sz="1600" dirty="0">
              <a:latin typeface="+mn-lt"/>
            </a:endParaRPr>
          </a:p>
          <a:p>
            <a:pPr marL="285750" lvl="0" indent="-285750">
              <a:buFont typeface="Wingdings" panose="05000000000000000000" pitchFamily="2" charset="2"/>
              <a:buChar char="v"/>
            </a:pPr>
            <a:r>
              <a:rPr lang="en-ZA" sz="1600" b="1" dirty="0">
                <a:latin typeface="+mn-lt"/>
              </a:rPr>
              <a:t>DSO</a:t>
            </a:r>
            <a:r>
              <a:rPr lang="en-ZA" sz="1600" dirty="0">
                <a:latin typeface="+mn-lt"/>
              </a:rPr>
              <a:t> — long-standing </a:t>
            </a:r>
            <a:r>
              <a:rPr lang="en-ZA" sz="1600" dirty="0" err="1">
                <a:latin typeface="+mn-lt"/>
              </a:rPr>
              <a:t>Accso</a:t>
            </a:r>
            <a:r>
              <a:rPr lang="en-ZA" sz="1600" dirty="0">
                <a:latin typeface="+mn-lt"/>
              </a:rPr>
              <a:t> project. Same stack.</a:t>
            </a:r>
          </a:p>
          <a:p>
            <a:pPr lvl="0"/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charset="0"/>
                <a:ea typeface="+mn-ea"/>
                <a:cs typeface="+mn-cs"/>
              </a:rPr>
              <a:t>Accso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+mn-ea"/>
                <a:cs typeface="+mn-cs"/>
              </a:rPr>
              <a:t> is a </a:t>
            </a:r>
            <a:r>
              <a:rPr kumimoji="0" lang="en-US" sz="1200" b="1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+mn-ea"/>
                <a:cs typeface="+mn-cs"/>
              </a:rPr>
              <a:t>Microsoft Gold Partner 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+mn-ea"/>
                <a:cs typeface="+mn-cs"/>
              </a:rPr>
              <a:t>— certified expertise, demonstrated delivery, formal relationship with Microsoft.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ZA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3692C36-6109-146E-668E-77ABD63B8269}"/>
              </a:ext>
            </a:extLst>
          </p:cNvPr>
          <p:cNvSpPr/>
          <p:nvPr/>
        </p:nvSpPr>
        <p:spPr>
          <a:xfrm>
            <a:off x="521493" y="3476522"/>
            <a:ext cx="45719" cy="383097"/>
          </a:xfrm>
          <a:prstGeom prst="rect">
            <a:avLst/>
          </a:prstGeom>
          <a:solidFill>
            <a:srgbClr val="2DFA8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720797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DE599-6996-C1EA-E079-4F5ED247BA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8BD4DCCE-7027-0455-6A96-89C6D102536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ZA" b="1" dirty="0"/>
              <a:t>There’s</a:t>
            </a:r>
            <a:br>
              <a:rPr lang="en-ZA" b="1" dirty="0"/>
            </a:br>
            <a:r>
              <a:rPr lang="en-ZA" b="1" dirty="0"/>
              <a:t>More Than APIs</a:t>
            </a:r>
          </a:p>
          <a:p>
            <a:r>
              <a:rPr lang="en-ZA" sz="1400" dirty="0">
                <a:solidFill>
                  <a:schemeClr val="tx1"/>
                </a:solidFill>
              </a:rPr>
              <a:t>Neil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DA07480-C124-C089-55D6-E94104A4FB23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659116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71EF8-5404-798C-A3FC-043DB691D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04C77E35-31AB-6EBB-BCBB-A9ABABD1F5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493" y="544939"/>
            <a:ext cx="6591340" cy="383097"/>
          </a:xfrm>
        </p:spPr>
        <p:txBody>
          <a:bodyPr/>
          <a:lstStyle/>
          <a:p>
            <a:r>
              <a:rPr lang="en-ZA" b="1" dirty="0"/>
              <a:t>What is Blazor? </a:t>
            </a:r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0C261865-2912-8B8A-3406-95CDF411E5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30462" y="4873500"/>
            <a:ext cx="324000" cy="1350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A2CFED3-8F6A-4617-95E5-25D21BE72BEB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456D38-0858-9459-58A3-1AB122481AFB}"/>
              </a:ext>
            </a:extLst>
          </p:cNvPr>
          <p:cNvSpPr txBox="1"/>
          <p:nvPr/>
        </p:nvSpPr>
        <p:spPr>
          <a:xfrm>
            <a:off x="521493" y="928036"/>
            <a:ext cx="832481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>
                <a:latin typeface="+mn-lt"/>
              </a:rPr>
              <a:t>Blazor is Microsoft's framework for building </a:t>
            </a:r>
            <a:r>
              <a:rPr lang="en-ZA" sz="1600" b="1" dirty="0">
                <a:latin typeface="+mn-lt"/>
              </a:rPr>
              <a:t>interactive web UIs in C#</a:t>
            </a:r>
            <a:r>
              <a:rPr lang="en-ZA" sz="1600" dirty="0">
                <a:latin typeface="+mn-lt"/>
              </a:rPr>
              <a:t>, not JavaScript.</a:t>
            </a:r>
          </a:p>
          <a:p>
            <a:endParaRPr lang="en-ZA" sz="1600" dirty="0">
              <a:latin typeface="+mn-lt"/>
            </a:endParaRPr>
          </a:p>
          <a:p>
            <a:r>
              <a:rPr lang="en-ZA" sz="1600" dirty="0">
                <a:latin typeface="+mn-lt"/>
              </a:rPr>
              <a:t>Instead of React components in TypeScript, you write Blazor components in </a:t>
            </a:r>
            <a:r>
              <a:rPr lang="en-ZA" sz="1600" b="1" dirty="0">
                <a:latin typeface="+mn-lt"/>
              </a:rPr>
              <a:t>C# and Razor</a:t>
            </a:r>
            <a:r>
              <a:rPr lang="en-ZA" sz="1600" dirty="0">
                <a:latin typeface="+mn-lt"/>
              </a:rPr>
              <a:t>, a simple templating syntax that mixes HTML with C# logic.</a:t>
            </a:r>
          </a:p>
          <a:p>
            <a:endParaRPr lang="en-ZA" sz="1600" dirty="0">
              <a:latin typeface="+mn-lt"/>
            </a:endParaRPr>
          </a:p>
          <a:p>
            <a:r>
              <a:rPr lang="en-ZA" sz="1600" dirty="0">
                <a:latin typeface="+mn-lt"/>
              </a:rPr>
              <a:t>Those components run either on the </a:t>
            </a:r>
            <a:r>
              <a:rPr lang="en-ZA" sz="1600" b="1" dirty="0">
                <a:latin typeface="+mn-lt"/>
              </a:rPr>
              <a:t>server</a:t>
            </a:r>
            <a:r>
              <a:rPr lang="en-ZA" sz="1600" dirty="0">
                <a:latin typeface="+mn-lt"/>
              </a:rPr>
              <a:t> or directly in the </a:t>
            </a:r>
            <a:r>
              <a:rPr lang="en-ZA" sz="1600" b="1" dirty="0">
                <a:latin typeface="+mn-lt"/>
              </a:rPr>
              <a:t>browser via </a:t>
            </a:r>
            <a:r>
              <a:rPr lang="en-ZA" sz="1600" b="1" dirty="0" err="1">
                <a:latin typeface="+mn-lt"/>
              </a:rPr>
              <a:t>WebAssembly</a:t>
            </a:r>
            <a:r>
              <a:rPr lang="en-ZA" sz="1600" dirty="0">
                <a:latin typeface="+mn-lt"/>
              </a:rPr>
              <a:t>.</a:t>
            </a:r>
          </a:p>
          <a:p>
            <a:endParaRPr lang="en-ZA" sz="1600" dirty="0">
              <a:latin typeface="+mn-lt"/>
            </a:endParaRPr>
          </a:p>
          <a:p>
            <a:r>
              <a:rPr lang="en-ZA" sz="1600" b="1" dirty="0">
                <a:latin typeface="+mn-lt"/>
              </a:rPr>
              <a:t>The result: </a:t>
            </a:r>
            <a:r>
              <a:rPr lang="en-ZA" sz="1600" dirty="0">
                <a:latin typeface="+mn-lt"/>
              </a:rPr>
              <a:t>a modern web application where the entire codebase, front end and back end, is written in </a:t>
            </a:r>
            <a:r>
              <a:rPr lang="en-ZA" sz="1600" b="1" dirty="0">
                <a:latin typeface="+mn-lt"/>
              </a:rPr>
              <a:t>one language</a:t>
            </a:r>
            <a:endParaRPr lang="en-ZA" sz="1600" dirty="0">
              <a:latin typeface="+mn-lt"/>
            </a:endParaRPr>
          </a:p>
          <a:p>
            <a:pPr lvl="0"/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5F84B92-D8FC-F890-03DC-006E9553B1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93" y="3482581"/>
            <a:ext cx="7870618" cy="5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2428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BB774-12B3-141D-5576-F39FDE1B5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F1DFD7B-D75F-8B72-D34D-A1A210DF663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493" y="544939"/>
            <a:ext cx="6591340" cy="383097"/>
          </a:xfrm>
        </p:spPr>
        <p:txBody>
          <a:bodyPr/>
          <a:lstStyle/>
          <a:p>
            <a:r>
              <a:rPr lang="en-ZA" b="1" dirty="0"/>
              <a:t>Blazor Rendering Modes</a:t>
            </a: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A087A3C9-DEE0-76D0-DA64-252229A1A2C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30462" y="4873500"/>
            <a:ext cx="324000" cy="1350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A2CFED3-8F6A-4617-95E5-25D21BE72BEB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6D91CB-6440-36B4-BEF4-2844ACDE3A59}"/>
              </a:ext>
            </a:extLst>
          </p:cNvPr>
          <p:cNvSpPr txBox="1"/>
          <p:nvPr/>
        </p:nvSpPr>
        <p:spPr>
          <a:xfrm>
            <a:off x="409593" y="3689925"/>
            <a:ext cx="83248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</a:rPr>
              <a:t>The Auto mode is genuinely clever. The user gets a fast first load, then full client-side interactivity once the bundle is cached. They never notice the transition.</a:t>
            </a: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BA0C6FE-C338-12BB-24B1-90F1A615E9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004344"/>
              </p:ext>
            </p:extLst>
          </p:nvPr>
        </p:nvGraphicFramePr>
        <p:xfrm>
          <a:off x="521492" y="1161187"/>
          <a:ext cx="8208969" cy="238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323">
                  <a:extLst>
                    <a:ext uri="{9D8B030D-6E8A-4147-A177-3AD203B41FA5}">
                      <a16:colId xmlns:a16="http://schemas.microsoft.com/office/drawing/2014/main" val="3889069746"/>
                    </a:ext>
                  </a:extLst>
                </a:gridCol>
                <a:gridCol w="2736323">
                  <a:extLst>
                    <a:ext uri="{9D8B030D-6E8A-4147-A177-3AD203B41FA5}">
                      <a16:colId xmlns:a16="http://schemas.microsoft.com/office/drawing/2014/main" val="3879417077"/>
                    </a:ext>
                  </a:extLst>
                </a:gridCol>
                <a:gridCol w="2736323">
                  <a:extLst>
                    <a:ext uri="{9D8B030D-6E8A-4147-A177-3AD203B41FA5}">
                      <a16:colId xmlns:a16="http://schemas.microsoft.com/office/drawing/2014/main" val="34252755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ZA" sz="135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35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How it works</a:t>
                      </a:r>
                      <a:endParaRPr lang="en-ZA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ZA" sz="135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Best for</a:t>
                      </a:r>
                      <a:endParaRPr lang="en-ZA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67840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fontAlgn="ctr">
                        <a:spcBef>
                          <a:spcPts val="1050"/>
                        </a:spcBef>
                        <a:buNone/>
                      </a:pPr>
                      <a:r>
                        <a:rPr lang="en-ZA" b="1" i="0" dirty="0">
                          <a:solidFill>
                            <a:srgbClr val="1A1A2E"/>
                          </a:solidFill>
                          <a:effectLst/>
                          <a:latin typeface="Inter"/>
                        </a:rPr>
                        <a:t>Blazor Server</a:t>
                      </a:r>
                      <a:endParaRPr lang="en-ZA" b="0" i="0" dirty="0">
                        <a:solidFill>
                          <a:srgbClr val="1A1A2E"/>
                        </a:solidFill>
                        <a:effectLst/>
                        <a:latin typeface="Inter"/>
                      </a:endParaRPr>
                    </a:p>
                  </a:txBody>
                  <a:tcPr marL="106680" marR="106680" marT="68580" marB="68580" anchor="ctr"/>
                </a:tc>
                <a:tc>
                  <a:txBody>
                    <a:bodyPr/>
                    <a:lstStyle/>
                    <a:p>
                      <a:pPr marL="0" marR="0" indent="0" algn="l" fontAlgn="ctr">
                        <a:spcBef>
                          <a:spcPts val="1050"/>
                        </a:spcBef>
                        <a:buNone/>
                      </a:pPr>
                      <a:r>
                        <a:rPr lang="en-ZA" b="0" i="0">
                          <a:solidFill>
                            <a:srgbClr val="1A1A2E"/>
                          </a:solidFill>
                          <a:effectLst/>
                          <a:latin typeface="Inter"/>
                        </a:rPr>
                        <a:t>UI runs on server, updates via SignalR WebSocket</a:t>
                      </a:r>
                    </a:p>
                  </a:txBody>
                  <a:tcPr marL="106680" marR="106680" marT="68580" marB="68580" anchor="ctr"/>
                </a:tc>
                <a:tc>
                  <a:txBody>
                    <a:bodyPr/>
                    <a:lstStyle/>
                    <a:p>
                      <a:pPr marL="0" marR="0" indent="0" algn="l" fontAlgn="ctr">
                        <a:spcBef>
                          <a:spcPts val="1050"/>
                        </a:spcBef>
                        <a:buNone/>
                      </a:pPr>
                      <a:r>
                        <a:rPr lang="en-ZA" b="0" i="0">
                          <a:solidFill>
                            <a:srgbClr val="1A1A2E"/>
                          </a:solidFill>
                          <a:effectLst/>
                          <a:latin typeface="Inter"/>
                        </a:rPr>
                        <a:t>Internal apps, fast networks</a:t>
                      </a:r>
                    </a:p>
                  </a:txBody>
                  <a:tcPr marL="106680" marR="106680" marT="68580" marB="68580" anchor="ctr"/>
                </a:tc>
                <a:extLst>
                  <a:ext uri="{0D108BD9-81ED-4DB2-BD59-A6C34878D82A}">
                    <a16:rowId xmlns:a16="http://schemas.microsoft.com/office/drawing/2014/main" val="17075510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fontAlgn="ctr">
                        <a:spcBef>
                          <a:spcPts val="1050"/>
                        </a:spcBef>
                        <a:buNone/>
                      </a:pPr>
                      <a:r>
                        <a:rPr lang="en-ZA" b="1" i="0">
                          <a:solidFill>
                            <a:srgbClr val="1A1A2E"/>
                          </a:solidFill>
                          <a:effectLst/>
                          <a:latin typeface="Inter"/>
                        </a:rPr>
                        <a:t>Blazor WebAssembly</a:t>
                      </a:r>
                      <a:endParaRPr lang="en-ZA" b="0" i="0">
                        <a:solidFill>
                          <a:srgbClr val="1A1A2E"/>
                        </a:solidFill>
                        <a:effectLst/>
                        <a:latin typeface="Inter"/>
                      </a:endParaRPr>
                    </a:p>
                  </a:txBody>
                  <a:tcPr marL="106680" marR="106680" marT="68580" marB="68580" anchor="ctr"/>
                </a:tc>
                <a:tc>
                  <a:txBody>
                    <a:bodyPr/>
                    <a:lstStyle/>
                    <a:p>
                      <a:pPr marL="0" marR="0" indent="0" algn="l" fontAlgn="ctr">
                        <a:spcBef>
                          <a:spcPts val="1050"/>
                        </a:spcBef>
                        <a:buNone/>
                      </a:pPr>
                      <a:r>
                        <a:rPr lang="en-ZA" b="0" i="0">
                          <a:solidFill>
                            <a:srgbClr val="1A1A2E"/>
                          </a:solidFill>
                          <a:effectLst/>
                          <a:latin typeface="Inter"/>
                        </a:rPr>
                        <a:t>Runs entirely in browser via WASM</a:t>
                      </a:r>
                    </a:p>
                  </a:txBody>
                  <a:tcPr marL="106680" marR="106680" marT="68580" marB="68580" anchor="ctr"/>
                </a:tc>
                <a:tc>
                  <a:txBody>
                    <a:bodyPr/>
                    <a:lstStyle/>
                    <a:p>
                      <a:pPr marL="0" marR="0" indent="0" algn="l" fontAlgn="ctr">
                        <a:spcBef>
                          <a:spcPts val="1050"/>
                        </a:spcBef>
                        <a:buNone/>
                      </a:pPr>
                      <a:r>
                        <a:rPr lang="en-ZA" b="0" i="0">
                          <a:solidFill>
                            <a:srgbClr val="1A1A2E"/>
                          </a:solidFill>
                          <a:effectLst/>
                          <a:latin typeface="Inter"/>
                        </a:rPr>
                        <a:t>Offline-capable apps</a:t>
                      </a:r>
                    </a:p>
                  </a:txBody>
                  <a:tcPr marL="106680" marR="106680" marT="68580" marB="68580" anchor="ctr"/>
                </a:tc>
                <a:extLst>
                  <a:ext uri="{0D108BD9-81ED-4DB2-BD59-A6C34878D82A}">
                    <a16:rowId xmlns:a16="http://schemas.microsoft.com/office/drawing/2014/main" val="565169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fontAlgn="ctr">
                        <a:spcBef>
                          <a:spcPts val="1050"/>
                        </a:spcBef>
                        <a:buNone/>
                      </a:pPr>
                      <a:r>
                        <a:rPr lang="en-ZA" b="1" i="0">
                          <a:solidFill>
                            <a:srgbClr val="1A1A2E"/>
                          </a:solidFill>
                          <a:effectLst/>
                          <a:latin typeface="Inter"/>
                        </a:rPr>
                        <a:t>Blazor SSR</a:t>
                      </a:r>
                      <a:endParaRPr lang="en-ZA" b="0" i="0">
                        <a:solidFill>
                          <a:srgbClr val="1A1A2E"/>
                        </a:solidFill>
                        <a:effectLst/>
                        <a:latin typeface="Inter"/>
                      </a:endParaRPr>
                    </a:p>
                  </a:txBody>
                  <a:tcPr marL="106680" marR="106680" marT="68580" marB="68580" anchor="ctr"/>
                </a:tc>
                <a:tc>
                  <a:txBody>
                    <a:bodyPr/>
                    <a:lstStyle/>
                    <a:p>
                      <a:pPr marL="0" marR="0" indent="0" algn="l" fontAlgn="ctr">
                        <a:spcBef>
                          <a:spcPts val="1050"/>
                        </a:spcBef>
                        <a:buNone/>
                      </a:pPr>
                      <a:r>
                        <a:rPr lang="en-ZA" b="0" i="0">
                          <a:solidFill>
                            <a:srgbClr val="1A1A2E"/>
                          </a:solidFill>
                          <a:effectLst/>
                          <a:latin typeface="Inter"/>
                        </a:rPr>
                        <a:t>Server-side rendered HTML on first request</a:t>
                      </a:r>
                    </a:p>
                  </a:txBody>
                  <a:tcPr marL="106680" marR="106680" marT="68580" marB="68580" anchor="ctr"/>
                </a:tc>
                <a:tc>
                  <a:txBody>
                    <a:bodyPr/>
                    <a:lstStyle/>
                    <a:p>
                      <a:pPr marL="0" marR="0" indent="0" algn="l" fontAlgn="ctr">
                        <a:spcBef>
                          <a:spcPts val="1050"/>
                        </a:spcBef>
                        <a:buNone/>
                      </a:pPr>
                      <a:r>
                        <a:rPr lang="en-ZA" b="0" i="0">
                          <a:solidFill>
                            <a:srgbClr val="1A1A2E"/>
                          </a:solidFill>
                          <a:effectLst/>
                          <a:latin typeface="Inter"/>
                        </a:rPr>
                        <a:t>SEO-critical pages, fast first load</a:t>
                      </a:r>
                    </a:p>
                  </a:txBody>
                  <a:tcPr marL="106680" marR="106680" marT="68580" marB="68580" anchor="ctr"/>
                </a:tc>
                <a:extLst>
                  <a:ext uri="{0D108BD9-81ED-4DB2-BD59-A6C34878D82A}">
                    <a16:rowId xmlns:a16="http://schemas.microsoft.com/office/drawing/2014/main" val="1092800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l" fontAlgn="ctr">
                        <a:spcBef>
                          <a:spcPts val="1050"/>
                        </a:spcBef>
                        <a:buNone/>
                      </a:pPr>
                      <a:r>
                        <a:rPr lang="en-ZA" b="1" i="0" dirty="0">
                          <a:solidFill>
                            <a:srgbClr val="1A1A2E"/>
                          </a:solidFill>
                          <a:effectLst/>
                          <a:latin typeface="Inter"/>
                        </a:rPr>
                        <a:t>Auto</a:t>
                      </a:r>
                      <a:endParaRPr lang="en-ZA" b="0" i="0" dirty="0">
                        <a:solidFill>
                          <a:srgbClr val="1A1A2E"/>
                        </a:solidFill>
                        <a:effectLst/>
                        <a:latin typeface="Inter"/>
                      </a:endParaRPr>
                    </a:p>
                  </a:txBody>
                  <a:tcPr marL="106680" marR="106680" marT="68580" marB="68580" anchor="ctr"/>
                </a:tc>
                <a:tc>
                  <a:txBody>
                    <a:bodyPr/>
                    <a:lstStyle/>
                    <a:p>
                      <a:pPr marL="0" marR="0" indent="0" algn="l" fontAlgn="ctr">
                        <a:spcBef>
                          <a:spcPts val="1050"/>
                        </a:spcBef>
                        <a:buNone/>
                      </a:pPr>
                      <a:r>
                        <a:rPr lang="en-ZA" b="0" i="0">
                          <a:solidFill>
                            <a:srgbClr val="1A1A2E"/>
                          </a:solidFill>
                          <a:effectLst/>
                          <a:latin typeface="Inter"/>
                        </a:rPr>
                        <a:t>SSR on first load, switches to WASM once cached</a:t>
                      </a:r>
                    </a:p>
                  </a:txBody>
                  <a:tcPr marL="106680" marR="106680" marT="68580" marB="68580" anchor="ctr"/>
                </a:tc>
                <a:tc>
                  <a:txBody>
                    <a:bodyPr/>
                    <a:lstStyle/>
                    <a:p>
                      <a:pPr marL="0" marR="0" indent="0" algn="l" fontAlgn="ctr">
                        <a:spcBef>
                          <a:spcPts val="1050"/>
                        </a:spcBef>
                        <a:buNone/>
                      </a:pPr>
                      <a:r>
                        <a:rPr lang="en-ZA" b="0" i="0" dirty="0">
                          <a:solidFill>
                            <a:srgbClr val="1A1A2E"/>
                          </a:solidFill>
                          <a:effectLst/>
                          <a:latin typeface="Inter"/>
                        </a:rPr>
                        <a:t>Best of both worlds</a:t>
                      </a:r>
                    </a:p>
                  </a:txBody>
                  <a:tcPr marL="106680" marR="106680" marT="68580" marB="68580" anchor="ctr"/>
                </a:tc>
                <a:extLst>
                  <a:ext uri="{0D108BD9-81ED-4DB2-BD59-A6C34878D82A}">
                    <a16:rowId xmlns:a16="http://schemas.microsoft.com/office/drawing/2014/main" val="41336718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0705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6712-7E00-FCA1-08FD-176B01E17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60F9BBB4-A92C-1662-7F24-B14053283A9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493" y="544939"/>
            <a:ext cx="6591340" cy="383097"/>
          </a:xfrm>
        </p:spPr>
        <p:txBody>
          <a:bodyPr/>
          <a:lstStyle/>
          <a:p>
            <a:r>
              <a:rPr lang="en-ZA" b="1" dirty="0"/>
              <a:t>When do we use it? </a:t>
            </a:r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00310678-753D-4300-D9A0-EB5CE3AA680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30462" y="4873500"/>
            <a:ext cx="324000" cy="1350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A2CFED3-8F6A-4617-95E5-25D21BE72BEB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E7F19B-DBCC-6A67-35D3-E77B1C6C0186}"/>
              </a:ext>
            </a:extLst>
          </p:cNvPr>
          <p:cNvSpPr txBox="1"/>
          <p:nvPr/>
        </p:nvSpPr>
        <p:spPr>
          <a:xfrm>
            <a:off x="521493" y="1061562"/>
            <a:ext cx="832481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</a:rPr>
              <a:t>If you have .NET people in your team, in SA or in Germany, Blazor is a genuinely solid option for the right projects.</a:t>
            </a:r>
          </a:p>
          <a:p>
            <a:endParaRPr lang="en-ZA" sz="1600" dirty="0">
              <a:latin typeface="+mn-lt"/>
            </a:endParaRP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ZA" sz="1600" b="1" dirty="0">
                <a:latin typeface="+mn-lt"/>
              </a:rPr>
              <a:t>The team already knows C# </a:t>
            </a:r>
            <a:r>
              <a:rPr lang="en-ZA" sz="1600" dirty="0">
                <a:latin typeface="+mn-lt"/>
              </a:rPr>
              <a:t>— zero context switching, immediate productivity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ZA" sz="1600" dirty="0">
                <a:latin typeface="+mn-lt"/>
              </a:rPr>
              <a:t>You want </a:t>
            </a:r>
            <a:r>
              <a:rPr lang="en-ZA" sz="1600" b="1" dirty="0">
                <a:latin typeface="+mn-lt"/>
              </a:rPr>
              <a:t>one language </a:t>
            </a:r>
            <a:r>
              <a:rPr lang="en-ZA" sz="1600" dirty="0">
                <a:latin typeface="+mn-lt"/>
              </a:rPr>
              <a:t>across the full stack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ZA" sz="1600" dirty="0">
                <a:latin typeface="+mn-lt"/>
              </a:rPr>
              <a:t>Enterprise internal tools, dashboards, admin portals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ZA" sz="1600" b="1" dirty="0">
                <a:latin typeface="+mn-lt"/>
              </a:rPr>
              <a:t>AI-generated code </a:t>
            </a:r>
            <a:r>
              <a:rPr lang="en-ZA" sz="1600" dirty="0">
                <a:latin typeface="+mn-lt"/>
              </a:rPr>
              <a:t>that needs a stable, auditable ecosystem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ZA" sz="1600" dirty="0">
                <a:latin typeface="+mn-lt"/>
              </a:rPr>
              <a:t>Projects tightly integrated with </a:t>
            </a:r>
            <a:r>
              <a:rPr lang="en-ZA" sz="1600" b="1" dirty="0">
                <a:latin typeface="+mn-lt"/>
              </a:rPr>
              <a:t>Azure</a:t>
            </a:r>
            <a:r>
              <a:rPr lang="en-ZA" sz="1600" dirty="0">
                <a:latin typeface="+mn-lt"/>
              </a:rPr>
              <a:t> or </a:t>
            </a:r>
            <a:r>
              <a:rPr lang="en-ZA" sz="1600" b="1" dirty="0">
                <a:latin typeface="+mn-lt"/>
              </a:rPr>
              <a:t>Microsoft identity</a:t>
            </a:r>
          </a:p>
          <a:p>
            <a:pPr lvl="0"/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+mn-ea"/>
                <a:cs typeface="+mn-cs"/>
              </a:rPr>
              <a:t>If the team has deep JavaScript expertise, do not force it. Something like React still wins on raw component ecosystem size. This is about pragmatic choices, not tribal ones</a:t>
            </a:r>
            <a:br>
              <a:rPr kumimoji="0" lang="en-US" sz="1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br>
              <a:rPr kumimoji="0" lang="en-US" sz="1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+mn-ea"/>
                <a:cs typeface="+mn-cs"/>
              </a:rPr>
              <a:t>The question is not "is Blazor better than other frameworks?" it should be what fits better for the project and the team?</a:t>
            </a:r>
            <a:endParaRPr kumimoji="0" lang="en-ZA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59347FD9-A560-0FB5-372E-1DEA898BC6A0}"/>
              </a:ext>
            </a:extLst>
          </p:cNvPr>
          <p:cNvSpPr/>
          <p:nvPr/>
        </p:nvSpPr>
        <p:spPr>
          <a:xfrm>
            <a:off x="521493" y="3476522"/>
            <a:ext cx="45719" cy="802515"/>
          </a:xfrm>
          <a:prstGeom prst="rect">
            <a:avLst/>
          </a:prstGeom>
          <a:solidFill>
            <a:srgbClr val="2DFA8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70430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935CD-AE92-EA08-FB6D-EBBB152F2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DFE60085-1D11-753F-DEBB-F885275F1B6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493" y="544939"/>
            <a:ext cx="6591340" cy="383097"/>
          </a:xfrm>
        </p:spPr>
        <p:txBody>
          <a:bodyPr/>
          <a:lstStyle/>
          <a:p>
            <a:r>
              <a:rPr lang="en-ZA" b="1" dirty="0"/>
              <a:t>What does it look like? </a:t>
            </a:r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A18B641C-C0BB-6310-A80F-7C1C9CD2DF3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30462" y="4873500"/>
            <a:ext cx="324000" cy="1350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A2CFED3-8F6A-4617-95E5-25D21BE72BEB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606C89-D2FB-DF64-BA5D-C528A0023D41}"/>
              </a:ext>
            </a:extLst>
          </p:cNvPr>
          <p:cNvSpPr txBox="1"/>
          <p:nvPr/>
        </p:nvSpPr>
        <p:spPr>
          <a:xfrm>
            <a:off x="409593" y="3814084"/>
            <a:ext cx="83248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</a:rPr>
              <a:t>A fully interactive component — click, state update, re-render — in 10 lines.</a:t>
            </a:r>
          </a:p>
          <a:p>
            <a:r>
              <a:rPr lang="en-US" sz="1600" dirty="0">
                <a:latin typeface="+mn-lt"/>
              </a:rPr>
              <a:t>No JavaScript. No </a:t>
            </a:r>
            <a:r>
              <a:rPr lang="en-US" sz="1600" dirty="0" err="1">
                <a:latin typeface="+mn-lt"/>
              </a:rPr>
              <a:t>npm</a:t>
            </a:r>
            <a:r>
              <a:rPr lang="en-US" sz="1600" dirty="0">
                <a:latin typeface="+mn-lt"/>
              </a:rPr>
              <a:t> install. No webpack config. Just C#.</a:t>
            </a: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4760C4-B21B-6D4A-2A60-BF23904CF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910" y="928036"/>
            <a:ext cx="5384251" cy="2795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5921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F98C89-4FDC-B312-89D4-8289AD272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45795AFD-C934-E43B-E964-E84D47BE924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493" y="544939"/>
            <a:ext cx="6591340" cy="383097"/>
          </a:xfrm>
        </p:spPr>
        <p:txBody>
          <a:bodyPr/>
          <a:lstStyle/>
          <a:p>
            <a:r>
              <a:rPr lang="en-US" b="1" dirty="0"/>
              <a:t>Built by </a:t>
            </a:r>
            <a:r>
              <a:rPr lang="en-US" b="1" dirty="0" err="1"/>
              <a:t>Accso</a:t>
            </a:r>
            <a:r>
              <a:rPr lang="en-US" b="1" dirty="0"/>
              <a:t> — Rocket Poker 🚀</a:t>
            </a:r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905A8DE0-CE91-9C47-B647-7C2F74E3D7FF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30462" y="4873500"/>
            <a:ext cx="324000" cy="1350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A2CFED3-8F6A-4617-95E5-25D21BE72BEB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978288-A735-EF56-262D-B04B8E642FF7}"/>
              </a:ext>
            </a:extLst>
          </p:cNvPr>
          <p:cNvSpPr txBox="1"/>
          <p:nvPr/>
        </p:nvSpPr>
        <p:spPr>
          <a:xfrm>
            <a:off x="409593" y="1150339"/>
            <a:ext cx="832481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dirty="0">
                <a:latin typeface="+mn-lt"/>
              </a:rPr>
              <a:t>The </a:t>
            </a:r>
            <a:r>
              <a:rPr lang="en-ZA" sz="1600" dirty="0" err="1">
                <a:latin typeface="+mn-lt"/>
              </a:rPr>
              <a:t>Accso</a:t>
            </a:r>
            <a:r>
              <a:rPr lang="en-ZA" sz="1600" dirty="0">
                <a:latin typeface="+mn-lt"/>
              </a:rPr>
              <a:t> .NET Community did not just talk about Blazor. They built something real with it.</a:t>
            </a:r>
          </a:p>
          <a:p>
            <a:r>
              <a:rPr lang="en-ZA" sz="1600" b="1" dirty="0">
                <a:latin typeface="+mn-lt"/>
              </a:rPr>
              <a:t>Rocket Poker</a:t>
            </a:r>
            <a:r>
              <a:rPr lang="en-ZA" sz="1600" dirty="0">
                <a:latin typeface="+mn-lt"/>
              </a:rPr>
              <a:t> is an internal planning poker tool for agile estimation sessions, written </a:t>
            </a:r>
            <a:r>
              <a:rPr lang="en-ZA" sz="1600" b="1" dirty="0">
                <a:latin typeface="+mn-lt"/>
              </a:rPr>
              <a:t>entirely in Blazor</a:t>
            </a:r>
            <a:r>
              <a:rPr lang="en-ZA" sz="1600" dirty="0">
                <a:latin typeface="+mn-lt"/>
              </a:rPr>
              <a:t>.</a:t>
            </a:r>
          </a:p>
          <a:p>
            <a:endParaRPr lang="en-ZA" sz="1600" dirty="0">
              <a:latin typeface="+mn-lt"/>
            </a:endParaRPr>
          </a:p>
          <a:p>
            <a:r>
              <a:rPr lang="en-ZA" sz="1600" dirty="0">
                <a:latin typeface="+mn-lt"/>
              </a:rPr>
              <a:t>Real-time updates across participants. Interactive UI. No JavaScript framework involved.</a:t>
            </a:r>
          </a:p>
          <a:p>
            <a:r>
              <a:rPr lang="en-ZA" sz="1600" dirty="0">
                <a:latin typeface="+mn-lt"/>
              </a:rPr>
              <a:t>Just .NET developers building a web application in the language they already knew and shipping it</a:t>
            </a:r>
          </a:p>
          <a:p>
            <a:pPr lvl="0"/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+mn-ea"/>
                <a:cs typeface="+mn-cs"/>
              </a:rPr>
              <a:t>Not a tutorial. Not a proof of concept. A tool </a:t>
            </a:r>
            <a:r>
              <a:rPr kumimoji="0" lang="en-US" sz="1200" b="0" i="1" u="none" strike="noStrike" kern="1200" cap="none" spc="0" normalizeH="0" baseline="0" noProof="0" dirty="0" err="1">
                <a:ln>
                  <a:noFill/>
                </a:ln>
                <a:effectLst/>
                <a:uLnTx/>
                <a:uFillTx/>
                <a:latin typeface="Arial" charset="0"/>
                <a:ea typeface="+mn-ea"/>
                <a:cs typeface="+mn-cs"/>
              </a:rPr>
              <a:t>Accso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+mn-ea"/>
                <a:cs typeface="+mn-cs"/>
              </a:rPr>
              <a:t> developers actually use.</a:t>
            </a:r>
            <a:endParaRPr kumimoji="0" lang="en-ZA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0385E69-9768-EDCE-C391-030497CB55FE}"/>
              </a:ext>
            </a:extLst>
          </p:cNvPr>
          <p:cNvSpPr/>
          <p:nvPr/>
        </p:nvSpPr>
        <p:spPr>
          <a:xfrm>
            <a:off x="386733" y="3014011"/>
            <a:ext cx="45719" cy="383097"/>
          </a:xfrm>
          <a:prstGeom prst="rect">
            <a:avLst/>
          </a:prstGeom>
          <a:solidFill>
            <a:srgbClr val="2DFA8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278413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18D2C-10F9-6A7F-9C6D-247FF09C2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9F56252-50E8-1AF6-CEEF-FD4A9914D68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ZA" b="1" dirty="0"/>
              <a:t>AI in Your Solutions</a:t>
            </a:r>
          </a:p>
          <a:p>
            <a:r>
              <a:rPr lang="en-ZA" sz="1400" dirty="0">
                <a:solidFill>
                  <a:schemeClr val="bg1"/>
                </a:solidFill>
              </a:rPr>
              <a:t>Zachary &amp; Neil</a:t>
            </a:r>
          </a:p>
        </p:txBody>
      </p:sp>
    </p:spTree>
    <p:extLst>
      <p:ext uri="{BB962C8B-B14F-4D97-AF65-F5344CB8AC3E}">
        <p14:creationId xmlns:p14="http://schemas.microsoft.com/office/powerpoint/2010/main" val="2260618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AC03B-FC6F-CE13-1B32-57746A40A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BF524302-53CA-B600-DE05-9658264BC17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493" y="544939"/>
            <a:ext cx="6591340" cy="383097"/>
          </a:xfrm>
        </p:spPr>
        <p:txBody>
          <a:bodyPr/>
          <a:lstStyle/>
          <a:p>
            <a:r>
              <a:rPr lang="en-US" b="1" dirty="0"/>
              <a:t>AI Is No Longer Optional in Many Projects</a:t>
            </a:r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F4B7D045-72E0-1340-0500-08A8B062298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30462" y="4873500"/>
            <a:ext cx="324000" cy="1350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A2CFED3-8F6A-4617-95E5-25D21BE72BEB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E7CA03-B074-1DF6-7FF9-1DAE5711CDB0}"/>
              </a:ext>
            </a:extLst>
          </p:cNvPr>
          <p:cNvSpPr txBox="1"/>
          <p:nvPr/>
        </p:nvSpPr>
        <p:spPr>
          <a:xfrm>
            <a:off x="432453" y="955923"/>
            <a:ext cx="832481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ZA" sz="1600" b="0" i="0" dirty="0">
                <a:solidFill>
                  <a:srgbClr val="1A1A2E"/>
                </a:solidFill>
                <a:effectLst/>
                <a:latin typeface="+mn-lt"/>
              </a:rPr>
              <a:t>More and more, clients are coming to us with AI as a </a:t>
            </a:r>
            <a:r>
              <a:rPr lang="en-ZA" sz="1600" b="1" i="0" dirty="0">
                <a:solidFill>
                  <a:srgbClr val="1A1A2E"/>
                </a:solidFill>
                <a:effectLst/>
                <a:latin typeface="+mn-lt"/>
              </a:rPr>
              <a:t>core requirement</a:t>
            </a:r>
            <a:r>
              <a:rPr lang="en-ZA" sz="1600" b="0" i="0" dirty="0">
                <a:solidFill>
                  <a:srgbClr val="1A1A2E"/>
                </a:solidFill>
                <a:effectLst/>
                <a:latin typeface="+mn-lt"/>
              </a:rPr>
              <a:t>, not a nice-to-have.</a:t>
            </a:r>
          </a:p>
          <a:p>
            <a:endParaRPr lang="en-ZA" sz="1600" b="0" i="0" dirty="0">
              <a:solidFill>
                <a:srgbClr val="1A1A2E"/>
              </a:solidFill>
              <a:effectLst/>
              <a:latin typeface="+mn-lt"/>
            </a:endParaRPr>
          </a:p>
          <a:p>
            <a:pPr marL="0" marR="0" indent="0" algn="l">
              <a:buNone/>
            </a:pPr>
            <a:r>
              <a:rPr lang="en-ZA" sz="1600" b="0" i="0" dirty="0">
                <a:solidFill>
                  <a:srgbClr val="1A1A2E"/>
                </a:solidFill>
                <a:effectLst/>
                <a:latin typeface="+mn-lt"/>
              </a:rPr>
              <a:t>Processing applications. Analysing documents. Extracting structured data from unstructured inputs. Routing, classifying, summarising at scale.</a:t>
            </a:r>
          </a:p>
          <a:p>
            <a:pPr marL="0" marR="0" indent="0" algn="l">
              <a:buNone/>
            </a:pPr>
            <a:endParaRPr lang="en-ZA" sz="1600" b="0" i="0" dirty="0">
              <a:solidFill>
                <a:srgbClr val="1A1A2E"/>
              </a:solidFill>
              <a:effectLst/>
              <a:latin typeface="+mn-lt"/>
            </a:endParaRPr>
          </a:p>
          <a:p>
            <a:pPr marL="0" marR="0" indent="0" algn="l">
              <a:buNone/>
            </a:pPr>
            <a:r>
              <a:rPr lang="en-ZA" sz="1600" b="0" i="0" dirty="0">
                <a:solidFill>
                  <a:srgbClr val="1A1A2E"/>
                </a:solidFill>
                <a:effectLst/>
                <a:latin typeface="+mn-lt"/>
              </a:rPr>
              <a:t>These are not research projects.</a:t>
            </a:r>
          </a:p>
          <a:p>
            <a:pPr marL="0" marR="0" indent="0" algn="l">
              <a:buNone/>
            </a:pPr>
            <a:r>
              <a:rPr lang="en-ZA" sz="1600" b="0" i="0" dirty="0">
                <a:solidFill>
                  <a:srgbClr val="1A1A2E"/>
                </a:solidFill>
                <a:effectLst/>
                <a:latin typeface="+mn-lt"/>
              </a:rPr>
              <a:t> </a:t>
            </a:r>
          </a:p>
          <a:p>
            <a:pPr marL="0" marR="0" indent="0" algn="l">
              <a:buNone/>
            </a:pPr>
            <a:r>
              <a:rPr lang="en-ZA" sz="1600" b="0" i="0" dirty="0">
                <a:solidFill>
                  <a:srgbClr val="1A1A2E"/>
                </a:solidFill>
                <a:effectLst/>
                <a:latin typeface="+mn-lt"/>
              </a:rPr>
              <a:t>They are </a:t>
            </a:r>
            <a:r>
              <a:rPr lang="en-ZA" sz="1600" b="1" i="0" dirty="0">
                <a:solidFill>
                  <a:srgbClr val="1A1A2E"/>
                </a:solidFill>
                <a:effectLst/>
                <a:latin typeface="+mn-lt"/>
              </a:rPr>
              <a:t>production features</a:t>
            </a:r>
            <a:r>
              <a:rPr lang="en-ZA" sz="1600" b="0" i="0" dirty="0">
                <a:solidFill>
                  <a:srgbClr val="1A1A2E"/>
                </a:solidFill>
                <a:effectLst/>
                <a:latin typeface="+mn-lt"/>
              </a:rPr>
              <a:t> that need to be built, maintained, and trusted.</a:t>
            </a:r>
          </a:p>
          <a:p>
            <a:pPr marL="0" marR="0" indent="0" algn="l">
              <a:buNone/>
            </a:pPr>
            <a:endParaRPr lang="en-ZA" sz="1600" b="0" i="0" dirty="0">
              <a:solidFill>
                <a:srgbClr val="1A1A2E"/>
              </a:solidFill>
              <a:effectLst/>
              <a:latin typeface="+mn-lt"/>
            </a:endParaRPr>
          </a:p>
          <a:p>
            <a:pPr marL="0" marR="0" indent="0" algn="l">
              <a:buNone/>
            </a:pPr>
            <a:r>
              <a:rPr lang="en-ZA" sz="1600" b="0" i="0" dirty="0">
                <a:solidFill>
                  <a:srgbClr val="1A1A2E"/>
                </a:solidFill>
                <a:effectLst/>
                <a:latin typeface="+mn-lt"/>
              </a:rPr>
              <a:t>The question our teams face is: </a:t>
            </a:r>
            <a:r>
              <a:rPr lang="en-ZA" sz="1600" b="1" i="0" dirty="0">
                <a:solidFill>
                  <a:srgbClr val="1A1A2E"/>
                </a:solidFill>
                <a:effectLst/>
                <a:latin typeface="+mn-lt"/>
              </a:rPr>
              <a:t>how do we add AI capability to a .NET solution without introducing a whole new stack?</a:t>
            </a:r>
            <a:endParaRPr lang="en-ZA" sz="1600" b="0" i="0" dirty="0">
              <a:solidFill>
                <a:srgbClr val="1A1A2E"/>
              </a:solidFill>
              <a:effectLst/>
              <a:latin typeface="+mn-lt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+mn-ea"/>
                <a:cs typeface="+mn-cs"/>
              </a:rPr>
              <a:t>The .NET ecosystem has already solved this, and it fits naturally into the patterns your team already knows.</a:t>
            </a:r>
            <a:endParaRPr kumimoji="0" lang="en-ZA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0EB451B-4FBC-B33B-F771-03D1F71A59D6}"/>
              </a:ext>
            </a:extLst>
          </p:cNvPr>
          <p:cNvSpPr/>
          <p:nvPr/>
        </p:nvSpPr>
        <p:spPr>
          <a:xfrm>
            <a:off x="409593" y="4062905"/>
            <a:ext cx="45719" cy="383097"/>
          </a:xfrm>
          <a:prstGeom prst="rect">
            <a:avLst/>
          </a:prstGeom>
          <a:solidFill>
            <a:srgbClr val="2DFA8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9853768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09326-5725-5AE7-7F16-F2FD53EB0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3716F848-82A1-E433-6699-3E8589E8C2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493" y="544939"/>
            <a:ext cx="6591340" cy="383097"/>
          </a:xfrm>
        </p:spPr>
        <p:txBody>
          <a:bodyPr/>
          <a:lstStyle/>
          <a:p>
            <a:r>
              <a:rPr lang="en-ZA" b="1" dirty="0"/>
              <a:t>The Model Doesn't Matter</a:t>
            </a: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DEB34E37-A398-9C85-F636-4E253AF0132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30462" y="4873500"/>
            <a:ext cx="324000" cy="1350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A2CFED3-8F6A-4617-95E5-25D21BE72BEB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A11919-AF94-EC57-4F66-D5F67F9C5287}"/>
              </a:ext>
            </a:extLst>
          </p:cNvPr>
          <p:cNvSpPr txBox="1"/>
          <p:nvPr/>
        </p:nvSpPr>
        <p:spPr>
          <a:xfrm>
            <a:off x="432453" y="955923"/>
            <a:ext cx="832481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1A1A2E"/>
                </a:solidFill>
                <a:effectLst/>
                <a:latin typeface="+mn-lt"/>
              </a:rPr>
              <a:t>The model most of us reach for: Claude by Anthropic — excellent for reasoning, document analysis, and long-context tasks.</a:t>
            </a:r>
          </a:p>
          <a:p>
            <a:endParaRPr lang="en-US" sz="1600" b="0" i="0" dirty="0">
              <a:solidFill>
                <a:srgbClr val="1A1A2E"/>
              </a:solidFill>
              <a:effectLst/>
              <a:latin typeface="+mn-lt"/>
            </a:endParaRPr>
          </a:p>
          <a:p>
            <a:r>
              <a:rPr lang="en-US" sz="1600" b="0" i="0" dirty="0">
                <a:solidFill>
                  <a:srgbClr val="1A1A2E"/>
                </a:solidFill>
                <a:effectLst/>
                <a:latin typeface="+mn-lt"/>
              </a:rPr>
              <a:t>But the most important thing about the .NET AI ecosystem is that it is completely model-agnostic.</a:t>
            </a:r>
          </a:p>
          <a:p>
            <a:endParaRPr lang="en-US" sz="1600" b="0" i="0" dirty="0">
              <a:solidFill>
                <a:srgbClr val="1A1A2E"/>
              </a:solidFill>
              <a:effectLst/>
              <a:latin typeface="+mn-lt"/>
            </a:endParaRPr>
          </a:p>
          <a:p>
            <a:r>
              <a:rPr lang="en-US" sz="1600" b="0" i="0" dirty="0">
                <a:solidFill>
                  <a:srgbClr val="1A1A2E"/>
                </a:solidFill>
                <a:effectLst/>
                <a:latin typeface="+mn-lt"/>
              </a:rPr>
              <a:t>Claude, GPT-4, Mistral, or a local model running on your own machine via </a:t>
            </a:r>
            <a:r>
              <a:rPr lang="en-US" sz="1600" b="0" i="0" dirty="0" err="1">
                <a:solidFill>
                  <a:srgbClr val="1A1A2E"/>
                </a:solidFill>
                <a:effectLst/>
                <a:latin typeface="+mn-lt"/>
              </a:rPr>
              <a:t>Ollama</a:t>
            </a:r>
            <a:r>
              <a:rPr lang="en-US" sz="1600" b="0" i="0" dirty="0">
                <a:solidFill>
                  <a:srgbClr val="1A1A2E"/>
                </a:solidFill>
                <a:effectLst/>
                <a:latin typeface="+mn-lt"/>
              </a:rPr>
              <a:t> — you write your application code once and swap the model in one line. Your architecture does not change. Your tests do not change. Your deployment does not change.</a:t>
            </a: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charset="0"/>
                <a:ea typeface="+mn-ea"/>
                <a:cs typeface="+mn-cs"/>
              </a:rPr>
              <a:t>This matters enormously when you are integrating AI into a production solution. You are not locked in, and you are not rebuilding when requirements change..</a:t>
            </a:r>
            <a:endParaRPr kumimoji="0" lang="en-ZA" sz="12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8038E5F2-1766-366E-E14C-B73F5540F1A0}"/>
              </a:ext>
            </a:extLst>
          </p:cNvPr>
          <p:cNvSpPr/>
          <p:nvPr/>
        </p:nvSpPr>
        <p:spPr>
          <a:xfrm>
            <a:off x="386734" y="3317439"/>
            <a:ext cx="45719" cy="562361"/>
          </a:xfrm>
          <a:prstGeom prst="rect">
            <a:avLst/>
          </a:prstGeom>
          <a:solidFill>
            <a:srgbClr val="2DFA87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ZA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36274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3DD29-0685-9664-19E0-DE2FC2168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2F5EA91E-1B7F-4C49-B47C-2F08A44AE1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492" y="544939"/>
            <a:ext cx="8324813" cy="383097"/>
          </a:xfrm>
        </p:spPr>
        <p:txBody>
          <a:bodyPr/>
          <a:lstStyle/>
          <a:p>
            <a:r>
              <a:rPr lang="en-ZA" b="1" dirty="0"/>
              <a:t>Microsoft.Extensions.AI  </a:t>
            </a:r>
            <a:r>
              <a:rPr lang="en-ZA" sz="1100" b="1" dirty="0">
                <a:solidFill>
                  <a:schemeClr val="tx1"/>
                </a:solidFill>
              </a:rPr>
              <a:t>Think HttpClient for LLMs</a:t>
            </a: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4AD1178A-A0B3-7B02-72DB-B19AA7F432B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30462" y="4873500"/>
            <a:ext cx="324000" cy="1350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A2CFED3-8F6A-4617-95E5-25D21BE72BEB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8F64E2-5487-0EB3-687A-39725B37F588}"/>
              </a:ext>
            </a:extLst>
          </p:cNvPr>
          <p:cNvSpPr txBox="1"/>
          <p:nvPr/>
        </p:nvSpPr>
        <p:spPr>
          <a:xfrm>
            <a:off x="409593" y="3610625"/>
            <a:ext cx="83248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</a:rPr>
              <a:t>To switch models, change one line. App code, tests, and deployment stay the same.</a:t>
            </a:r>
          </a:p>
          <a:p>
            <a:r>
              <a:rPr lang="en-US" sz="1600" dirty="0">
                <a:latin typeface="+mn-lt"/>
              </a:rPr>
              <a:t>These are not AI-specific features. They are .NET features that now apply to AI.</a:t>
            </a: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915B1A-8493-15EF-47E5-CF92D5884D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81" y="1088736"/>
            <a:ext cx="8104838" cy="229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8850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96DDC-1E60-D9B1-A5EA-98A014821D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FB2A4A3F-5B6E-F7A5-DBCF-FC9AD37E368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492" y="544939"/>
            <a:ext cx="8324813" cy="848855"/>
          </a:xfrm>
        </p:spPr>
        <p:txBody>
          <a:bodyPr/>
          <a:lstStyle/>
          <a:p>
            <a:r>
              <a:rPr lang="en-ZA" b="1" dirty="0"/>
              <a:t>Semantic Kernel </a:t>
            </a:r>
            <a:r>
              <a:rPr lang="en-US" sz="1100" b="1" dirty="0">
                <a:solidFill>
                  <a:schemeClr val="tx1"/>
                </a:solidFill>
              </a:rPr>
              <a:t>Your App Calls the AI. The AI Calls Your App.</a:t>
            </a:r>
            <a:endParaRPr lang="en-ZA" sz="1100" b="1" dirty="0">
              <a:solidFill>
                <a:schemeClr val="tx1"/>
              </a:solidFill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6B4D7430-2A27-096B-1599-A868B61D5EF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30462" y="4873500"/>
            <a:ext cx="324000" cy="1350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A2CFED3-8F6A-4617-95E5-25D21BE72BEB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696690-3A7E-84F0-8E2D-AF45CAB9E67D}"/>
              </a:ext>
            </a:extLst>
          </p:cNvPr>
          <p:cNvSpPr txBox="1"/>
          <p:nvPr/>
        </p:nvSpPr>
        <p:spPr>
          <a:xfrm>
            <a:off x="409593" y="3610625"/>
            <a:ext cx="83248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</a:rPr>
              <a:t>The AI reasoned about the tools available and decided on its own to call your code.</a:t>
            </a:r>
          </a:p>
          <a:p>
            <a:r>
              <a:rPr lang="en-US" sz="1600" dirty="0">
                <a:latin typeface="+mn-lt"/>
              </a:rPr>
              <a:t>You did not tell it to. That is an agent.</a:t>
            </a: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F6E3DB-2EBB-F28D-7DAC-3E873FF2B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307" y="1079246"/>
            <a:ext cx="8221155" cy="2344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625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27A42-287E-FB32-6C8E-EA9959FFD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C6C5251E-CA98-AA29-D7C8-7BF68106D78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492" y="544939"/>
            <a:ext cx="8324813" cy="848855"/>
          </a:xfrm>
        </p:spPr>
        <p:txBody>
          <a:bodyPr/>
          <a:lstStyle/>
          <a:p>
            <a:r>
              <a:rPr lang="en-ZA" b="1" dirty="0"/>
              <a:t>RAG </a:t>
            </a:r>
            <a:r>
              <a:rPr lang="en-US" sz="1100" b="1" dirty="0">
                <a:solidFill>
                  <a:schemeClr val="tx1"/>
                </a:solidFill>
              </a:rPr>
              <a:t>Your Documents. Your Answers.</a:t>
            </a:r>
            <a:endParaRPr lang="en-ZA" sz="1100" b="1" dirty="0">
              <a:solidFill>
                <a:schemeClr val="tx1"/>
              </a:solidFill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E7EC82EB-7DEC-EFE6-7E87-8283A38AA86E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30462" y="4873500"/>
            <a:ext cx="324000" cy="1350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A2CFED3-8F6A-4617-95E5-25D21BE72BEB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7912E7-2E0B-ED05-5EED-E11EA8A7A5E8}"/>
              </a:ext>
            </a:extLst>
          </p:cNvPr>
          <p:cNvSpPr txBox="1"/>
          <p:nvPr/>
        </p:nvSpPr>
        <p:spPr>
          <a:xfrm>
            <a:off x="409594" y="3611323"/>
            <a:ext cx="83248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</a:rPr>
              <a:t>This pattern is replacing internal wikis, policy docs, and FAQ pages across SA enterprises — not because it is trendy, but because it works.</a:t>
            </a: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4222C7-A66D-0E18-8815-2D0498D1AA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92" y="969366"/>
            <a:ext cx="6527378" cy="263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9134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1EA77C-268C-0554-AC7B-CAD5EA2D4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CBF06146-89AE-F496-A517-D92794F2165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492" y="544939"/>
            <a:ext cx="8324813" cy="848855"/>
          </a:xfrm>
        </p:spPr>
        <p:txBody>
          <a:bodyPr/>
          <a:lstStyle/>
          <a:p>
            <a:r>
              <a:rPr lang="en-ZA" b="1" dirty="0"/>
              <a:t>RAG </a:t>
            </a:r>
            <a:r>
              <a:rPr lang="en-US" sz="1100" b="1" dirty="0">
                <a:solidFill>
                  <a:schemeClr val="tx1"/>
                </a:solidFill>
              </a:rPr>
              <a:t>Your Documents. Your Answers.</a:t>
            </a:r>
            <a:endParaRPr lang="en-ZA" sz="1100" b="1" dirty="0">
              <a:solidFill>
                <a:schemeClr val="tx1"/>
              </a:solidFill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4BEA2394-E421-1F94-1A47-B2B5B0383F22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30462" y="4873500"/>
            <a:ext cx="324000" cy="1350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A2CFED3-8F6A-4617-95E5-25D21BE72BEB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8BA126-8C0D-D87A-6EA8-7EA3642CDCAA}"/>
              </a:ext>
            </a:extLst>
          </p:cNvPr>
          <p:cNvSpPr txBox="1"/>
          <p:nvPr/>
        </p:nvSpPr>
        <p:spPr>
          <a:xfrm>
            <a:off x="409594" y="3611323"/>
            <a:ext cx="83248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600" dirty="0">
              <a:latin typeface="+mn-lt"/>
            </a:endParaRPr>
          </a:p>
          <a:p>
            <a:r>
              <a:rPr lang="en-US" sz="1600" dirty="0">
                <a:latin typeface="+mn-lt"/>
              </a:rPr>
              <a:t>This pattern is replacing internal wikis, policy docs, and FAQ pages across SA enterprises — not because it is trendy, but because it works.</a:t>
            </a: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87FAFC-EF40-2F64-A900-F3E00E752F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92" y="969366"/>
            <a:ext cx="6527378" cy="263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38852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8907D-CFCE-D978-5AF0-ACFB7179D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">
            <a:extLst>
              <a:ext uri="{FF2B5EF4-FFF2-40B4-BE49-F238E27FC236}">
                <a16:creationId xmlns:a16="http://schemas.microsoft.com/office/drawing/2014/main" id="{8AEEA2B6-C5ED-24AB-39D6-DF8E14B721D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1493" y="544940"/>
            <a:ext cx="8101016" cy="333950"/>
          </a:xfrm>
        </p:spPr>
        <p:txBody>
          <a:bodyPr/>
          <a:lstStyle/>
          <a:p>
            <a:r>
              <a:rPr lang="en-ZA" b="1" dirty="0"/>
              <a:t>Streaming AI in a Blazor App</a:t>
            </a:r>
            <a:endParaRPr lang="en-ZA" sz="1100" b="1" dirty="0">
              <a:solidFill>
                <a:schemeClr val="tx1"/>
              </a:solidFill>
            </a:endParaRPr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A1AC14F3-8169-5E00-4690-9838C3BB4AA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730462" y="4873500"/>
            <a:ext cx="324000" cy="135000"/>
          </a:xfrm>
        </p:spPr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A2CFED3-8F6A-4617-95E5-25D21BE72BEB}" type="slidenum">
              <a:rPr kumimoji="0" lang="de-DE" sz="900" b="0" i="0" u="none" strike="noStrike" kern="1200" cap="none" spc="0" normalizeH="0" baseline="0" noProof="0" smtClean="0">
                <a:ln>
                  <a:noFill/>
                </a:ln>
                <a:solidFill>
                  <a:srgbClr val="E7E6E6">
                    <a:lumMod val="50000"/>
                  </a:srgbClr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de-DE" sz="900" b="0" i="0" u="none" strike="noStrike" kern="1200" cap="none" spc="0" normalizeH="0" baseline="0" noProof="0">
              <a:ln>
                <a:noFill/>
              </a:ln>
              <a:solidFill>
                <a:srgbClr val="E7E6E6">
                  <a:lumMod val="50000"/>
                </a:srgbClr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0FBB0A-2D38-CA22-B43C-F20FEE4DF243}"/>
              </a:ext>
            </a:extLst>
          </p:cNvPr>
          <p:cNvSpPr txBox="1"/>
          <p:nvPr/>
        </p:nvSpPr>
        <p:spPr>
          <a:xfrm>
            <a:off x="405648" y="2856721"/>
            <a:ext cx="83248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latin typeface="+mn-lt"/>
              </a:rPr>
              <a:t>The same typing effect you see in Claude or ChatGPT.</a:t>
            </a:r>
          </a:p>
          <a:p>
            <a:r>
              <a:rPr lang="en-US" sz="1600" dirty="0">
                <a:latin typeface="+mn-lt"/>
              </a:rPr>
              <a:t>No JavaScript. No separate frontend team. One language. One codebase. One deployment.</a:t>
            </a:r>
            <a:endParaRPr kumimoji="0" lang="en-ZA" sz="16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27E32B-CD67-1076-8069-CE7A44461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93" y="1073783"/>
            <a:ext cx="6680111" cy="1488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2516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AD2E0-0D85-30AD-61CE-858D6E5D0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39FF1DE-68D8-FB82-E43C-90D00E00BAB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ZA" b="1" dirty="0"/>
              <a:t>The Community </a:t>
            </a:r>
            <a:br>
              <a:rPr lang="en-ZA" b="1" dirty="0"/>
            </a:br>
            <a:r>
              <a:rPr lang="en-ZA" b="1" dirty="0"/>
              <a:t>In SA</a:t>
            </a:r>
          </a:p>
          <a:p>
            <a:r>
              <a:rPr lang="en-ZA" sz="1400" dirty="0">
                <a:solidFill>
                  <a:schemeClr val="tx1"/>
                </a:solidFill>
              </a:rPr>
              <a:t>Neil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BA533C-7114-6930-1931-2FB9045C568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34052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BF82C-04DB-3709-8969-1B63CDFE7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32E92A-E02E-C2EB-7B27-AAF28CFBEC95}"/>
              </a:ext>
            </a:extLst>
          </p:cNvPr>
          <p:cNvSpPr txBox="1"/>
          <p:nvPr/>
        </p:nvSpPr>
        <p:spPr>
          <a:xfrm>
            <a:off x="2050741" y="1846556"/>
            <a:ext cx="4110361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kern="1200" cap="none" spc="4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Neil Still needs to add the details here</a:t>
            </a:r>
            <a:endParaRPr kumimoji="0" lang="en-ZA" sz="1600" b="0" i="0" u="none" strike="noStrike" kern="1200" cap="none" spc="40" normalizeH="0" baseline="0" noProof="0" dirty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287016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BFBA2-F9C3-425F-099F-55F052092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C4C7FA8-5CE1-3C77-A0A5-1ABEB43E66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pPr algn="l"/>
            <a:r>
              <a:rPr lang="en-ZA" sz="1800" dirty="0"/>
              <a:t>AI is changing how software gets built. </a:t>
            </a:r>
          </a:p>
          <a:p>
            <a:pPr algn="l"/>
            <a:br>
              <a:rPr lang="en-ZA" sz="1800" dirty="0"/>
            </a:br>
            <a:r>
              <a:rPr lang="en-ZA" sz="1800" dirty="0"/>
              <a:t>Digital sovereignty is changing where it gets built. </a:t>
            </a:r>
          </a:p>
          <a:p>
            <a:pPr algn="l"/>
            <a:r>
              <a:rPr lang="en-ZA" sz="1800" dirty="0"/>
              <a:t>Both of those things raise real questions — and .NET has real answers to both. </a:t>
            </a:r>
          </a:p>
          <a:p>
            <a:pPr algn="l"/>
            <a:endParaRPr lang="en-ZA" sz="1800" dirty="0"/>
          </a:p>
          <a:p>
            <a:pPr algn="l"/>
            <a:r>
              <a:rPr lang="en-ZA" sz="1800" dirty="0"/>
              <a:t>South Africa remains a strong home for .NET talent, delivery, and community, </a:t>
            </a:r>
          </a:p>
          <a:p>
            <a:pPr algn="l"/>
            <a:r>
              <a:rPr lang="en-ZA" sz="1800" dirty="0"/>
              <a:t>and that benefits the whole of </a:t>
            </a:r>
            <a:r>
              <a:rPr lang="en-ZA" sz="1800" dirty="0" err="1"/>
              <a:t>Accso</a:t>
            </a:r>
            <a:endParaRPr lang="en-ZA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8172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BE05D-F49B-C23A-0208-1773BB00EAF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Questions?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489755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2_Accso Master">
  <a:themeElements>
    <a:clrScheme name="Accso Farben">
      <a:dk1>
        <a:srgbClr val="000000"/>
      </a:dk1>
      <a:lt1>
        <a:srgbClr val="FFFFFF"/>
      </a:lt1>
      <a:dk2>
        <a:srgbClr val="44546A"/>
      </a:dk2>
      <a:lt2>
        <a:srgbClr val="E6E6E6"/>
      </a:lt2>
      <a:accent1>
        <a:srgbClr val="00CA75"/>
      </a:accent1>
      <a:accent2>
        <a:srgbClr val="1B1B2D"/>
      </a:accent2>
      <a:accent3>
        <a:srgbClr val="73E1B3"/>
      </a:accent3>
      <a:accent4>
        <a:srgbClr val="7878FA"/>
      </a:accent4>
      <a:accent5>
        <a:srgbClr val="DCDCDF"/>
      </a:accent5>
      <a:accent6>
        <a:srgbClr val="A3A3AB"/>
      </a:accent6>
      <a:hlink>
        <a:srgbClr val="7878FA"/>
      </a:hlink>
      <a:folHlink>
        <a:srgbClr val="73E1B3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Nyad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76200">
          <a:solidFill>
            <a:schemeClr val="accent1"/>
          </a:solidFill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Unternehmenspräsentation_4.6" id="{466C93E9-DB1E-1743-B2C9-3A7BF272B4C3}" vid="{75D881C0-96E5-1C4D-A7CF-1A4C1E8D78AD}"/>
    </a:ext>
  </a:extLst>
</a:theme>
</file>

<file path=ppt/theme/theme2.xml><?xml version="1.0" encoding="utf-8"?>
<a:theme xmlns:a="http://schemas.openxmlformats.org/drawingml/2006/main" name="Master Accso 2023">
  <a:themeElements>
    <a:clrScheme name="Accso">
      <a:dk1>
        <a:srgbClr val="000000"/>
      </a:dk1>
      <a:lt1>
        <a:srgbClr val="FFFFFF"/>
      </a:lt1>
      <a:dk2>
        <a:srgbClr val="00CA75"/>
      </a:dk2>
      <a:lt2>
        <a:srgbClr val="E7E6E6"/>
      </a:lt2>
      <a:accent1>
        <a:srgbClr val="00CA75"/>
      </a:accent1>
      <a:accent2>
        <a:srgbClr val="6C72B5"/>
      </a:accent2>
      <a:accent3>
        <a:srgbClr val="5BD4FF"/>
      </a:accent3>
      <a:accent4>
        <a:srgbClr val="2D95BF"/>
      </a:accent4>
      <a:accent5>
        <a:srgbClr val="FF8327"/>
      </a:accent5>
      <a:accent6>
        <a:srgbClr val="DB4123"/>
      </a:accent6>
      <a:hlink>
        <a:srgbClr val="000000"/>
      </a:hlink>
      <a:folHlink>
        <a:srgbClr val="44546A"/>
      </a:folHlink>
    </a:clrScheme>
    <a:fontScheme name="Accso">
      <a:majorFont>
        <a:latin typeface="Calibri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lIns="0" tIns="0" rIns="0" bIns="0" rtlCol="0" anchor="t" anchorCtr="0"/>
      <a:lstStyle>
        <a:defPPr algn="l">
          <a:defRPr sz="20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 cap="flat">
          <a:solidFill>
            <a:schemeClr val="accent1"/>
          </a:solidFill>
          <a:bevel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0" marR="0" indent="0" algn="l" defTabSz="914400" rtl="0" eaLnBrk="1" fontAlgn="auto" latinLnBrk="0" hangingPunct="1">
          <a:lnSpc>
            <a:spcPct val="100000"/>
          </a:lnSpc>
          <a:spcBef>
            <a:spcPts val="300"/>
          </a:spcBef>
          <a:spcAft>
            <a:spcPts val="300"/>
          </a:spcAft>
          <a:buClrTx/>
          <a:buSzTx/>
          <a:buFontTx/>
          <a:buNone/>
          <a:tabLst/>
          <a:defRPr kumimoji="0" sz="1600" b="0" i="0" u="none" strike="noStrike" kern="1200" cap="none" spc="40" normalizeH="0" baseline="0" noProof="0" dirty="0" err="1" smtClean="0">
            <a:ln>
              <a:noFill/>
            </a:ln>
            <a:solidFill>
              <a:srgbClr val="000000"/>
            </a:solidFill>
            <a:effectLst/>
            <a:uLnTx/>
            <a:uFillTx/>
            <a:latin typeface="Calibri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ccso_Vorlage_aktuell" id="{50D9FD23-15B5-CB49-97C8-88F3D2B68728}" vid="{865B9088-D009-3248-A6DF-FDAE8944B25C}"/>
    </a:ext>
  </a:extLst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>
    <TaxCatchAll xmlns="65e63f79-38d4-4d08-8e3a-3c77cede0032" xsi:nil="true"/>
    <lcf76f155ced4ddcb4097134ff3c332f xmlns="d2b1ebc3-9409-4aa9-ab4d-300980c1d48c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1290C920AF564AAFFCE208C14565A6" ma:contentTypeVersion="19" ma:contentTypeDescription="Create a new document." ma:contentTypeScope="" ma:versionID="4802e09192faa8b818f029306a3a48e2">
  <xsd:schema xmlns:xsd="http://www.w3.org/2001/XMLSchema" xmlns:xs="http://www.w3.org/2001/XMLSchema" xmlns:p="http://schemas.microsoft.com/office/2006/metadata/properties" xmlns:ns2="65e63f79-38d4-4d08-8e3a-3c77cede0032" xmlns:ns3="d2b1ebc3-9409-4aa9-ab4d-300980c1d48c" targetNamespace="http://schemas.microsoft.com/office/2006/metadata/properties" ma:root="true" ma:fieldsID="45de7cded286131a19ec07593669db54" ns2:_="" ns3:_="">
    <xsd:import namespace="65e63f79-38d4-4d08-8e3a-3c77cede0032"/>
    <xsd:import namespace="d2b1ebc3-9409-4aa9-ab4d-300980c1d48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Location" minOccurs="0"/>
                <xsd:element ref="ns3:MediaServiceObjectDetectorVersion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e63f79-38d4-4d08-8e3a-3c77cede003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029aaa56-240a-4db1-82b1-53b19e36d937}" ma:internalName="TaxCatchAll" ma:showField="CatchAllData" ma:web="65e63f79-38d4-4d08-8e3a-3c77cede00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b1ebc3-9409-4aa9-ab4d-300980c1d4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5e33ed9d-9f8f-4b81-bc4d-d1918748013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2EC664-5CD6-4F2F-A2E5-F3869ADF302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0B4DCD-1FA6-4614-8285-43C2BE0F1888}">
  <ds:schemaRefs>
    <ds:schemaRef ds:uri="65e63f79-38d4-4d08-8e3a-3c77cede0032"/>
    <ds:schemaRef ds:uri="d2b1ebc3-9409-4aa9-ab4d-300980c1d48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7E5FCB2-D107-47A5-8A85-6720DDE7A7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e63f79-38d4-4d08-8e3a-3c77cede0032"/>
    <ds:schemaRef ds:uri="d2b1ebc3-9409-4aa9-ab4d-300980c1d4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2_Accso Master</Template>
  <TotalTime>0</TotalTime>
  <Words>1837</Words>
  <Application>Microsoft Office PowerPoint</Application>
  <PresentationFormat>On-screen Show (16:9)</PresentationFormat>
  <Paragraphs>239</Paragraphs>
  <Slides>24</Slides>
  <Notes>21</Notes>
  <HiddenSlides>0</HiddenSlides>
  <MMClips>0</MMClips>
  <ScaleCrop>false</ScaleCrop>
  <HeadingPairs>
    <vt:vector size="8" baseType="variant">
      <vt:variant>
        <vt:lpstr>Fonts Used</vt:lpstr>
      </vt:variant>
      <vt:variant>
        <vt:i4>12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9" baseType="lpstr">
      <vt:lpstr>Arial</vt:lpstr>
      <vt:lpstr>Calibri</vt:lpstr>
      <vt:lpstr>Calibri bold</vt:lpstr>
      <vt:lpstr>Clan Pro Book</vt:lpstr>
      <vt:lpstr>Clan Pro Buch</vt:lpstr>
      <vt:lpstr>ClanPro-Bold</vt:lpstr>
      <vt:lpstr>ClanPro-BoldItalic</vt:lpstr>
      <vt:lpstr>ClanPro-Book</vt:lpstr>
      <vt:lpstr>ClanPro-Medium</vt:lpstr>
      <vt:lpstr>Inter</vt:lpstr>
      <vt:lpstr>Wingdings</vt:lpstr>
      <vt:lpstr>Wingdings 2</vt:lpstr>
      <vt:lpstr>2_Accso Master</vt:lpstr>
      <vt:lpstr>Master Accso 2023</vt:lpstr>
      <vt:lpstr>think-cell Folie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UNTERNEHMENSPRÄSENTATION</dc:title>
  <dc:creator>Brox, Sigrun</dc:creator>
  <cp:lastModifiedBy>Thompson, Neil</cp:lastModifiedBy>
  <cp:revision>3</cp:revision>
  <cp:lastPrinted>2024-03-15T11:47:49Z</cp:lastPrinted>
  <dcterms:created xsi:type="dcterms:W3CDTF">2022-05-18T10:15:49Z</dcterms:created>
  <dcterms:modified xsi:type="dcterms:W3CDTF">2026-08-29T01:59:40Z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0x010100751290C920AF564AAFFCE208C14565A6</vt:lpwstr>
  </property>
  <property fmtid="{D5CDD505-2E9C-101B-9397-08002B2CF9AE}" pid="3" name="MediaServiceImageTags">
    <vt:lpwstr/>
  </property>
</Properties>
</file>